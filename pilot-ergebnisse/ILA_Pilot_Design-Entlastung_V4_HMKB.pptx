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13"/>
  </p:notes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140" d="100"/>
          <a:sy n="140" d="100"/>
        </p:scale>
        <p:origin x="92" y="2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95536" y="2211710"/>
            <a:ext cx="8435975" cy="525773"/>
          </a:xfrm>
        </p:spPr>
        <p:txBody>
          <a:bodyPr/>
          <a:lstStyle/>
          <a:p>
            <a:pPr/>
            <a:r>
              <a:t>Von Reibung zu Wirkung: Pilot zur Beschleunigung des Designs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323528" y="1203598"/>
            <a:ext cx="7688212" cy="742950"/>
          </a:xfrm>
        </p:spPr>
        <p:txBody>
          <a:bodyPr/>
          <a:lstStyle/>
          <a:p>
            <a:r>
              <a:t>ila schneller machen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Hohe Komplexität und Reibung zwischen Fachlichkeit und Design</a:t>
            </a:r>
          </a:p>
          <a:p>
            <a:pPr/>
            <a:r>
              <a:t>Wiederkehrende Standardscreens (z. B. Formular-, Listen- und Detailansichten) binden viel Designkapazität</a:t>
            </a:r>
          </a:p>
          <a:p>
            <a:pPr/>
            <a:r>
              <a:t>Iterationen dauern zu lange</a:t>
            </a:r>
          </a:p>
          <a:p>
            <a:pPr/>
            <a:r>
              <a:t>Angespannte Ressourcenlage bei hohem Stakeholder-Druck</a:t>
            </a:r>
          </a:p>
          <a:p>
            <a:pPr/>
            <a:r>
              <a:t>Design ist aktueller Flaschenhals der Produktentwicklung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Vorschlag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Pilotversuch in kontrolliertem technischem Setup.</a:t>
            </a:r>
          </a:p>
          <a:p>
            <a:pPr/>
            <a:r>
              <a:t>Klare Governance für Datenschutz, Rollen und Freigaben.</a:t>
            </a:r>
          </a:p>
          <a:p>
            <a:pPr/>
            <a:r>
              <a:t>Agent erstellt Figma-Erstentwürfe auf Basis definierter Designspezifikationen.</a:t>
            </a:r>
          </a:p>
          <a:p>
            <a:pPr/>
            <a:r>
              <a:t>Fokus auf aktuelles Teilziel: BSLRR (besondere Schwierigkeiten im Lesen, Rechtschreiben und Rechnen).</a:t>
            </a:r>
          </a:p>
          <a:p>
            <a:pPr/>
            <a:r>
              <a:t>Mensch bleibt für Entscheidung und Freigabe verantwortlich.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Pilot-Setup (4 Wochen)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Voraussetzung: Definierte Designspezifikationen und Referenzscreens liegen vor.</a:t>
            </a:r>
          </a:p>
          <a:p>
            <a:pPr/>
            <a:r>
              <a:t>Setup: Kontrollierter technischer Rahmen mit klarer Governance (Datenschutz, Rollen, Freigaben und Verantwortlichkeiten).</a:t>
            </a:r>
          </a:p>
          <a:p>
            <a:pPr/>
            <a:r>
              <a:t>Scope: 1 bis 2 Seitentypen mit Fokus auf BSLRR.</a:t>
            </a:r>
          </a:p>
          <a:p>
            <a:pPr/>
            <a:r>
              <a:t>Rollen: Fachseite (Sebastian Felgenhauer), Technik (Markus Deibel) und Projektleitung (Sarah Bonhoff).</a:t>
            </a:r>
          </a:p>
          <a:p>
            <a:pPr/>
            <a:r>
              <a:t>Ablauf: Fachliche Anforderung aufnehmen und schärfen -&gt; Figma-Erstentwurf auf Basis der Designspezifikation erstellen -&gt; Review mit dem gesamten ILA-Team.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Erfolgsmessung (im Agententeam)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Agentenzeit pro Entwurf (reine Lauf-/Erstellzeit des Agenten).</a:t>
            </a:r>
          </a:p>
          <a:p>
            <a:pPr/>
            <a:r>
              <a:t>Time-to-First-Draft (Anforderung bis erster belastbarer Figma-Entwurf).</a:t>
            </a:r>
          </a:p>
          <a:p>
            <a:pPr/>
            <a:r>
              <a:t>End-to-End-Zeit pro Screen (Anforderung bis reviewfähiger Entwurf).</a:t>
            </a:r>
          </a:p>
          <a:p>
            <a:pPr/>
            <a:r>
              <a:t>Rework-Aufwand (Anzahl und Dauer der Korrekturschleifen).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Risiko 1: Der Test zeigt, dass Agenteneinsatz im aktuellen Rahmen nicht realisierbar ist.</a:t>
            </a:r>
          </a:p>
          <a:p>
            <a:pPr/>
            <a:r>
              <a:t>Mögliche Ursachen: unklare Designspezifikation, zu viele Sonderfälle, instabile Mitwirkung im Pilotprozess.</a:t>
            </a:r>
          </a:p>
          <a:p>
            <a:pPr/>
            <a:r>
              <a:t>Risiko 2: Arbeitszeit von Sebastian Felgenhauer, Markus Deibel und Sarah Bonhoff wird gebunden, ohne verwertbaren Mehrwert.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Machbarkeitsprüfung: Ist Agenteneinsatz als Ergänzung zur Designrolle im Projekt tragfähig?</a:t>
            </a:r>
          </a:p>
          <a:p>
            <a:pPr/>
            <a:r>
              <a:t>Evaluierung: Welchen konkreten Nutzen bringt der Ansatz im Pilotbetrieb?</a:t>
            </a:r>
          </a:p>
          <a:p>
            <a:pPr/>
            <a:r>
              <a:t>Skalierungspotential: In welchem Umfang ist ein Rollout sinnvoll und realistisch?</a:t>
            </a:r>
          </a:p>
          <a:p>
            <a:pPr/>
            <a:r>
              <a:t>Bereitstellung einer Entscheidungsvorlage: Klare Grundlage für die weitere Entscheidung nach Pilotabschluss.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für 4 Wochen freigeben</a:t>
            </a:r>
          </a:p>
          <a:p>
            <a:r>
              <a:t>Seitentypen und Verantwortliche festlegen</a:t>
            </a:r>
          </a:p>
          <a:p>
            <a:r>
              <a:t>Go/No-Go Termin am Pilotende setzen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131</Words>
  <Application>Microsoft Office PowerPoint</Application>
  <PresentationFormat>Bildschirmpräsentation (16:9)</PresentationFormat>
  <Paragraphs>30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Courier New</vt:lpstr>
      <vt:lpstr>Symbol</vt:lpstr>
      <vt:lpstr>Wingdings</vt:lpstr>
      <vt:lpstr>HKM_GrunddesignPPT</vt:lpstr>
      <vt:lpstr>ila schneller machen</vt:lpstr>
      <vt:lpstr>Ausgangslage</vt:lpstr>
      <vt:lpstr>Vorschlag</vt:lpstr>
      <vt:lpstr>Pilot-Setup (4 Wochen)</vt:lpstr>
      <vt:lpstr>Erfolgsmessung</vt:lpstr>
      <vt:lpstr>Risiken und Absicherung</vt:lpstr>
      <vt:lpstr>Nicht-Ziele</vt:lpstr>
      <vt:lpstr>Entscheidung heute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Sarah Bonhoff - Kuubera UG</cp:lastModifiedBy>
  <cp:revision>7</cp:revision>
  <dcterms:created xsi:type="dcterms:W3CDTF">2025-04-16T11:33:11Z</dcterms:created>
  <dcterms:modified xsi:type="dcterms:W3CDTF">2026-03-11T16:30:42Z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