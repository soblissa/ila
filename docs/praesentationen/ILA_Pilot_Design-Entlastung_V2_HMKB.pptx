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80" d="100"/>
          <a:sy n="80" d="100"/>
        </p:scale>
        <p:origin x="832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7E26FBC-236A-73A4-B234-98DF3C1F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1D9A68A-2088-E3AE-7438-57AA982B2F5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0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78C49665-92A4-175E-3B79-4AF9BA415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80D9B9-5D0F-F5F1-26CC-A95D08C75AFF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E295833-8D44-8332-18E7-6B563707F1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06196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34BD1-BE86-4240-9DC7-FD988E91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4374C2-55B8-1F95-5637-BC6B87EDAD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A54849-089E-DD80-13AF-A204D1B5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AB6470-1193-7B27-525F-EF45B83F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4BF8E4-E905-6D04-E8F1-587D8E69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45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489EB-777A-7E31-4D97-BBF43CCF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FDDEFD-1B82-92D5-07F2-FBF96CBDBF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D112CE-B33F-FF70-4EB5-3F479366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E83064-A2B9-3591-F258-3D75A4B4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566444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Pilot zur Design-Entlastung mit Agenten</a:t>
            </a:r>
          </a:p>
          <a:p>
            <a:pPr/>
            <a:r>
              <a:t>Freitag: Entscheidungsgrundlage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ILA schneller machen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Komplexes Umfeld mit hoher Abstimmungsdichte</a:t>
            </a:r>
          </a:p>
          <a:p>
            <a:pPr/>
            <a:r>
              <a:t>Reibung zwischen Fachlichkeit und Design</a:t>
            </a:r>
          </a:p>
          <a:p>
            <a:pPr/>
            <a:r>
              <a:t>Standard-Screens binden viel Designkapazität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Vorschlag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 erstellt Figma-Erstentwürfe auf Basis bestehender Muster</a:t>
            </a:r>
          </a:p>
          <a:p>
            <a:pPr/>
            <a:r>
              <a:t>Mensch bleibt für Entscheidung und Freigabe verantwortlich</a:t>
            </a:r>
          </a:p>
          <a:p>
            <a:pPr/>
            <a:r>
              <a:t>Fokus auf wiederkehrende Seitentypen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Pilot-Setup (4 Wochen)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Scope: 1 bis 2 Seitentypen</a:t>
            </a:r>
          </a:p>
          <a:p>
            <a:pPr/>
            <a:r>
              <a:t>Ablauf: Anforderung -&gt; Entwurf -&gt; Review -&gt; Freigabe</a:t>
            </a:r>
          </a:p>
          <a:p>
            <a:pPr/>
            <a:r>
              <a:t>Klare Rollen für Fachseite, Design, Technik, Projektleitung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Erfolgsmessung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Durchlaufzeit pro Screen</a:t>
            </a:r>
          </a:p>
          <a:p>
            <a:pPr/>
            <a:r>
              <a:t>Anzahl Korrekturschleifen</a:t>
            </a:r>
          </a:p>
          <a:p>
            <a:pPr/>
            <a:r>
              <a:t>Konsistenz nach Checkliste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 und Absicherung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Uneinheitliche Ergebnisse -&gt; Regelset + Referenzscreens</a:t>
            </a:r>
          </a:p>
          <a:p>
            <a:pPr/>
            <a:r>
              <a:t>Rollenunklarheit -&gt; Verantwortlichkeiten vorab klären</a:t>
            </a:r>
          </a:p>
          <a:p>
            <a:pPr/>
            <a:r>
              <a:t>Grundsatzdebatte -&gt; Pilot eng auf Nutzen begrenzen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Nicht-Ziele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Kein vollständiger Ersatz von Design-Rollen</a:t>
            </a:r>
          </a:p>
          <a:p>
            <a:pPr/>
            <a:r>
              <a:t>Kein Big-Bang-Umbau</a:t>
            </a:r>
          </a:p>
          <a:p>
            <a:pPr/>
            <a:r>
              <a:t>Keine ungeprüfte Automatisierung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Pilot für 4 Wochen freigeben</a:t>
            </a:r>
          </a:p>
          <a:p>
            <a:pPr/>
            <a:r>
              <a:t>Seitentypen und Verantwortliche festlegen</a:t>
            </a:r>
          </a:p>
          <a:p>
            <a:pPr/>
            <a:r>
              <a:t>Go/No-Go Termin am Pilotende setzen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12</Words>
  <Application>Microsoft Office PowerPoint</Application>
  <PresentationFormat>Bildschirmpräsentation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Courier New</vt:lpstr>
      <vt:lpstr>Symbol</vt:lpstr>
      <vt:lpstr>Wingdings</vt:lpstr>
      <vt:lpstr>HKM_GrunddesignPPT</vt:lpstr>
      <vt:lpstr>PowerPoint-Präsentation</vt:lpstr>
      <vt:lpstr>PowerPoint-Präsentation</vt:lpstr>
      <vt:lpstr>PowerPoint-Präsentation</vt:lpstr>
      <vt:lpstr>PowerPoint-Präsentation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6</cp:revision>
  <dcterms:created xsi:type="dcterms:W3CDTF">2025-04-16T11:33:11Z</dcterms:created>
  <dcterms:modified xsi:type="dcterms:W3CDTF">2026-03-11T14:42:47Z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