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tmp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149" d="100"/>
          <a:sy n="149" d="100"/>
        </p:scale>
        <p:origin x="540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kultus.hessen.de/" TargetMode="External"/><Relationship Id="rId3" Type="http://schemas.openxmlformats.org/officeDocument/2006/relationships/image" Target="../media/image1.tm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kultus.hessen.de/" TargetMode="External"/><Relationship Id="rId15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Kontrollierter Test statt Grundsatzdebatte</a:t>
            </a:r>
          </a:p>
          <a:p>
            <a:pPr>
              <a:defRPr sz="2400"/>
            </a:pPr>
            <a:r>
              <a:t>Ziel heute: Freigabe für einen 4-Wochen-Pilot</a:t>
            </a:r>
          </a:p>
          <a:p>
            <a:pPr>
              <a:defRPr sz="2400"/>
            </a:pPr>
            <a:r>
              <a:t>Design bei Routinearbeit entlasten, Qualität sichern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ILA schneller machen: Design-Entlastung durch Agenten-Pilot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Hohe Komplexität im Projektumfeld</a:t>
            </a:r>
          </a:p>
          <a:p>
            <a:pPr>
              <a:defRPr sz="2400"/>
            </a:pPr>
            <a:r>
              <a:t>Reibung zwischen Fachlichkeit und Design</a:t>
            </a:r>
          </a:p>
          <a:p>
            <a:pPr>
              <a:defRPr sz="2400"/>
            </a:pPr>
            <a:r>
              <a:t>Iterationen dauern zu lange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Figma-Erstentwürfe auf Basis des bestehenden Designs</a:t>
            </a:r>
          </a:p>
          <a:p>
            <a:pPr>
              <a:defRPr sz="2400"/>
            </a:pPr>
            <a:r>
              <a:t>Schnelle Varianten für wiederkehrende Screen-Typen</a:t>
            </a:r>
          </a:p>
          <a:p>
            <a:pPr>
              <a:defRPr sz="2400"/>
            </a:pPr>
            <a:r>
              <a:t>Mensch bleibt in fachlicher Entscheidung und Freigabe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der Agent konkret übernimmt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Scope: 1 bis 2 Seitentypen mit hoher Wiederholbarkeit</a:t>
            </a:r>
          </a:p>
          <a:p>
            <a:pPr>
              <a:defRPr sz="2400"/>
            </a:pPr>
            <a:r>
              <a:t>Ablauf: Anforderung -&gt; Agent-Entwurf -&gt; Figma -&gt; Review</a:t>
            </a:r>
          </a:p>
          <a:p>
            <a:pPr>
              <a:defRPr sz="2400"/>
            </a:pPr>
            <a:r>
              <a:t>Klare Rollen: Fachseite, Design, Technik, Projektleitung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Pilot-Setup in 4 Wochen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Durchlaufzeit pro Screen (vorher/nachher)</a:t>
            </a:r>
          </a:p>
          <a:p>
            <a:pPr>
              <a:defRPr sz="2400"/>
            </a:pPr>
            <a:r>
              <a:t>Anzahl Korrekturschleifen</a:t>
            </a:r>
          </a:p>
          <a:p>
            <a:pPr>
              <a:defRPr sz="2400"/>
            </a:pPr>
            <a:r>
              <a:t>Konsistenz in Standard-Screens</a:t>
            </a:r>
          </a:p>
          <a:p>
            <a:pPr>
              <a:defRPr sz="2400"/>
            </a:pPr>
            <a:r>
              <a:t>Entlastung des Design-Engpasses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Nutzen und Messung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Uneinheitliche Ergebnisse -&gt; Regelset + Referenzscreens vor Start</a:t>
            </a:r>
          </a:p>
          <a:p>
            <a:pPr>
              <a:defRPr sz="2400"/>
            </a:pPr>
            <a:r>
              <a:t>Rollenunsicherheit -&gt; klare Verantwortlichkeiten</a:t>
            </a:r>
          </a:p>
          <a:p>
            <a:pPr>
              <a:defRPr sz="2400"/>
            </a:pPr>
            <a:r>
              <a:t>Grundsatzdebatte -&gt; Pilotfokus + messbare Kriterien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Risiken und Absicherung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Kein vollständiger Ersatz von Design-Rollen</a:t>
            </a:r>
          </a:p>
          <a:p>
            <a:pPr>
              <a:defRPr sz="2400"/>
            </a:pPr>
            <a:r>
              <a:t>Kein Big-Bang-Umbau</a:t>
            </a:r>
          </a:p>
          <a:p>
            <a:pPr>
              <a:defRPr sz="2400"/>
            </a:pPr>
            <a:r>
              <a:t>Keine ungeprüfte Automatisierung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Nicht-Ziele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4-Wochen-Pilot freigeben</a:t>
            </a:r>
          </a:p>
          <a:p>
            <a:pPr>
              <a:defRPr sz="2400"/>
            </a:pPr>
            <a:r>
              <a:t>1 bis 2 Seitentypen festlegen</a:t>
            </a:r>
          </a:p>
          <a:p>
            <a:pPr>
              <a:defRPr sz="2400"/>
            </a:pPr>
            <a:r>
              <a:t>Verantwortliche benennen</a:t>
            </a:r>
          </a:p>
          <a:p>
            <a:pPr>
              <a:defRPr sz="2400"/>
            </a:pPr>
            <a:r>
              <a:t>Go/No-Go Termin am Pilotende setzen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Entscheidung heute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1B246F-A24C-4FF5-9599-4E67AE3D4661}"/>
</file>

<file path=customXml/itemProps2.xml><?xml version="1.0" encoding="utf-8"?>
<ds:datastoreItem xmlns:ds="http://schemas.openxmlformats.org/officeDocument/2006/customXml" ds:itemID="{A00017A1-94BC-4394-9852-7E0A4C91927E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0</Words>
  <Application>Microsoft Office PowerPoint</Application>
  <PresentationFormat>Bildschirmpräsentation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5" baseType="lpstr">
      <vt:lpstr>Arial</vt:lpstr>
      <vt:lpstr>Courier New</vt:lpstr>
      <vt:lpstr>Symbol</vt:lpstr>
      <vt:lpstr>Wingdings</vt:lpstr>
      <vt:lpstr>HKM_GrunddesignPPT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Rheingans, Kerstin (HMKB)</cp:lastModifiedBy>
  <cp:revision>5</cp:revision>
  <dcterms:created xsi:type="dcterms:W3CDTF">2025-04-16T11:33:11Z</dcterms:created>
  <dcterms:modified xsi:type="dcterms:W3CDTF">2025-04-16T12:41:03Z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