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tmp" ContentType="image/png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4" r:id="rId4"/>
  </p:sldMasterIdLst>
  <p:notesMasterIdLst>
    <p:notesMasterId r:id="rId9"/>
  </p:notesMasterIdLst>
  <p:sldIdLst>
    <p:sldId id="256" r:id="rId5"/>
    <p:sldId id="257" r:id="rId6"/>
    <p:sldId id="258" r:id="rId7"/>
    <p:sldId id="259" r:id="rId8"/>
    <p:sldId id="260" r:id="rId14"/>
  </p:sldIdLst>
  <p:sldSz cx="9144000" cy="5143500" type="screen16x9"/>
  <p:notesSz cx="6858000" cy="9144000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087"/>
    <a:srgbClr val="424178"/>
    <a:srgbClr val="C4323E"/>
    <a:srgbClr val="15468B"/>
    <a:srgbClr val="575F9B"/>
    <a:srgbClr val="C6313D"/>
    <a:srgbClr val="A3364D"/>
    <a:srgbClr val="683D67"/>
    <a:srgbClr val="C8313C"/>
    <a:srgbClr val="1E45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1" autoAdjust="0"/>
    <p:restoredTop sz="92132" autoAdjust="0"/>
  </p:normalViewPr>
  <p:slideViewPr>
    <p:cSldViewPr>
      <p:cViewPr varScale="1">
        <p:scale>
          <a:sx n="80" d="100"/>
          <a:sy n="80" d="100"/>
        </p:scale>
        <p:origin x="832" y="44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97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/>
              <a:t>Textmasterformate durch Klicken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sp>
        <p:nvSpPr>
          <p:cNvPr id="297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297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50BC10CD-ACBC-4E28-8D0F-D6CF02DF8468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4073886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kultus.hessen.de/" TargetMode="External"/><Relationship Id="rId3" Type="http://schemas.openxmlformats.org/officeDocument/2006/relationships/image" Target="../media/image1.tmp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 - 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487362" y="1484487"/>
            <a:ext cx="8435975" cy="525773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72000" rIns="0" bIns="0" numCol="1" anchor="t" anchorCtr="0" compatLnSpc="1">
            <a:prstTxWarp prst="textNoShape">
              <a:avLst/>
            </a:prstTxWarp>
          </a:bodyPr>
          <a:lstStyle>
            <a:lvl1pPr marL="0" indent="0">
              <a:buNone/>
              <a:defRPr lang="de-DE" sz="1650" noProof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57175" lvl="0" indent="-257175">
              <a:lnSpc>
                <a:spcPts val="1800"/>
              </a:lnSpc>
              <a:spcAft>
                <a:spcPct val="0"/>
              </a:spcAft>
            </a:pPr>
            <a:r>
              <a:rPr lang="de-DE" noProof="0"/>
              <a:t>Master-Untertitelformat bearbeiten</a:t>
            </a:r>
            <a:endParaRPr lang="de-DE" noProof="0" dirty="0"/>
          </a:p>
        </p:txBody>
      </p:sp>
      <p:sp>
        <p:nvSpPr>
          <p:cNvPr id="12329" name="Rectangle 41"/>
          <p:cNvSpPr>
            <a:spLocks noGrp="1" noChangeArrowheads="1"/>
          </p:cNvSpPr>
          <p:nvPr>
            <p:ph type="ctrTitle" sz="quarter"/>
          </p:nvPr>
        </p:nvSpPr>
        <p:spPr>
          <a:xfrm>
            <a:off x="484188" y="673663"/>
            <a:ext cx="7688212" cy="742950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>
              <a:defRPr lang="de-DE" noProof="0" dirty="0" smtClean="0">
                <a:solidFill>
                  <a:srgbClr val="003087"/>
                </a:solidFill>
              </a:defRPr>
            </a:lvl1pPr>
          </a:lstStyle>
          <a:p>
            <a:pPr lv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17" name="Text Box 7"/>
          <p:cNvSpPr txBox="1">
            <a:spLocks noChangeArrowheads="1"/>
          </p:cNvSpPr>
          <p:nvPr userDrawn="1"/>
        </p:nvSpPr>
        <p:spPr bwMode="auto">
          <a:xfrm>
            <a:off x="496889" y="195719"/>
            <a:ext cx="7343775" cy="3831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de-DE" sz="1050" b="1" dirty="0">
                <a:solidFill>
                  <a:srgbClr val="003087"/>
                </a:solidFill>
              </a:rPr>
              <a:t>Hessisches</a:t>
            </a:r>
            <a:r>
              <a:rPr lang="de-DE" sz="1050" b="1" baseline="0" dirty="0">
                <a:solidFill>
                  <a:srgbClr val="003087"/>
                </a:solidFill>
              </a:rPr>
              <a:t> Ministerium </a:t>
            </a:r>
            <a:br>
              <a:rPr lang="de-DE" sz="1050" b="1" baseline="0" dirty="0">
                <a:solidFill>
                  <a:srgbClr val="003087"/>
                </a:solidFill>
              </a:rPr>
            </a:br>
            <a:r>
              <a:rPr lang="de-DE" sz="1050" b="0" baseline="0" dirty="0">
                <a:solidFill>
                  <a:srgbClr val="003087"/>
                </a:solidFill>
              </a:rPr>
              <a:t>für Kultus, Bildung und Chancen</a:t>
            </a:r>
            <a:endParaRPr lang="de-DE" sz="900" b="0" dirty="0">
              <a:solidFill>
                <a:srgbClr val="003087"/>
              </a:solidFill>
            </a:endParaRPr>
          </a:p>
        </p:txBody>
      </p:sp>
      <p:grpSp>
        <p:nvGrpSpPr>
          <p:cNvPr id="14" name="Gruppieren 13"/>
          <p:cNvGrpSpPr/>
          <p:nvPr userDrawn="1"/>
        </p:nvGrpSpPr>
        <p:grpSpPr>
          <a:xfrm>
            <a:off x="1587" y="250031"/>
            <a:ext cx="253588" cy="1995488"/>
            <a:chOff x="1587" y="250031"/>
            <a:chExt cx="253588" cy="1995488"/>
          </a:xfrm>
        </p:grpSpPr>
        <p:sp>
          <p:nvSpPr>
            <p:cNvPr id="18" name="Rectangle 30"/>
            <p:cNvSpPr>
              <a:spLocks noChangeArrowheads="1"/>
            </p:cNvSpPr>
            <p:nvPr userDrawn="1"/>
          </p:nvSpPr>
          <p:spPr bwMode="auto">
            <a:xfrm>
              <a:off x="3175" y="250031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9" name="Rectangle 31"/>
            <p:cNvSpPr>
              <a:spLocks noChangeArrowheads="1"/>
            </p:cNvSpPr>
            <p:nvPr userDrawn="1"/>
          </p:nvSpPr>
          <p:spPr bwMode="auto">
            <a:xfrm>
              <a:off x="3175" y="694135"/>
              <a:ext cx="252000" cy="215503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0" name="Rectangle 32"/>
            <p:cNvSpPr>
              <a:spLocks noChangeArrowheads="1"/>
            </p:cNvSpPr>
            <p:nvPr userDrawn="1"/>
          </p:nvSpPr>
          <p:spPr bwMode="auto">
            <a:xfrm>
              <a:off x="3175" y="1138237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1" name="Rectangle 33"/>
            <p:cNvSpPr>
              <a:spLocks noChangeArrowheads="1"/>
            </p:cNvSpPr>
            <p:nvPr userDrawn="1"/>
          </p:nvSpPr>
          <p:spPr bwMode="auto">
            <a:xfrm>
              <a:off x="3175" y="1582341"/>
              <a:ext cx="252000" cy="215503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2" name="Rectangle 34"/>
            <p:cNvSpPr>
              <a:spLocks noChangeArrowheads="1"/>
            </p:cNvSpPr>
            <p:nvPr userDrawn="1"/>
          </p:nvSpPr>
          <p:spPr bwMode="auto">
            <a:xfrm>
              <a:off x="1587" y="2030015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</p:grpSp>
      <p:pic>
        <p:nvPicPr>
          <p:cNvPr id="23" name="Grafik 2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54935" y="250033"/>
            <a:ext cx="509553" cy="65960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" name="Grafik 2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587" y="2029490"/>
            <a:ext cx="8890413" cy="311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2471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- schlic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496889" y="195719"/>
            <a:ext cx="7343775" cy="3831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de-DE" sz="1050" b="1" dirty="0">
                <a:solidFill>
                  <a:srgbClr val="003087"/>
                </a:solidFill>
              </a:rPr>
              <a:t>Hessisches</a:t>
            </a:r>
            <a:r>
              <a:rPr lang="de-DE" sz="1050" b="1" baseline="0" dirty="0">
                <a:solidFill>
                  <a:srgbClr val="003087"/>
                </a:solidFill>
              </a:rPr>
              <a:t> Ministerium </a:t>
            </a:r>
            <a:br>
              <a:rPr lang="de-DE" sz="1050" b="1" baseline="0" dirty="0">
                <a:solidFill>
                  <a:srgbClr val="003087"/>
                </a:solidFill>
              </a:rPr>
            </a:br>
            <a:r>
              <a:rPr lang="de-DE" sz="1050" b="0" baseline="0" dirty="0">
                <a:solidFill>
                  <a:srgbClr val="003087"/>
                </a:solidFill>
              </a:rPr>
              <a:t>für Kultus, Bildung und Chancen</a:t>
            </a:r>
            <a:endParaRPr lang="de-DE" sz="900" b="0" dirty="0">
              <a:solidFill>
                <a:srgbClr val="003087"/>
              </a:solidFill>
            </a:endParaRPr>
          </a:p>
        </p:txBody>
      </p:sp>
      <p:sp>
        <p:nvSpPr>
          <p:cNvPr id="6" name="Rectangle 30"/>
          <p:cNvSpPr>
            <a:spLocks noChangeArrowheads="1"/>
          </p:cNvSpPr>
          <p:nvPr/>
        </p:nvSpPr>
        <p:spPr bwMode="auto">
          <a:xfrm>
            <a:off x="3175" y="250031"/>
            <a:ext cx="252000" cy="215504"/>
          </a:xfrm>
          <a:prstGeom prst="rect">
            <a:avLst/>
          </a:prstGeom>
          <a:solidFill>
            <a:srgbClr val="DB2F36"/>
          </a:solidFill>
          <a:ln w="9525">
            <a:solidFill>
              <a:srgbClr val="DB2F36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7" name="Rectangle 31"/>
          <p:cNvSpPr>
            <a:spLocks noChangeArrowheads="1"/>
          </p:cNvSpPr>
          <p:nvPr/>
        </p:nvSpPr>
        <p:spPr bwMode="auto">
          <a:xfrm>
            <a:off x="3175" y="694135"/>
            <a:ext cx="252000" cy="215503"/>
          </a:xfrm>
          <a:prstGeom prst="rect">
            <a:avLst/>
          </a:prstGeom>
          <a:solidFill>
            <a:srgbClr val="DB2F36"/>
          </a:solidFill>
          <a:ln w="9525">
            <a:solidFill>
              <a:srgbClr val="DB2F36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8" name="Rectangle 32"/>
          <p:cNvSpPr>
            <a:spLocks noChangeArrowheads="1"/>
          </p:cNvSpPr>
          <p:nvPr/>
        </p:nvSpPr>
        <p:spPr bwMode="auto">
          <a:xfrm>
            <a:off x="3175" y="1138237"/>
            <a:ext cx="252000" cy="215504"/>
          </a:xfrm>
          <a:prstGeom prst="rect">
            <a:avLst/>
          </a:prstGeom>
          <a:solidFill>
            <a:srgbClr val="DB2F36"/>
          </a:solidFill>
          <a:ln w="9525">
            <a:solidFill>
              <a:srgbClr val="DB2F36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9" name="Rectangle 33"/>
          <p:cNvSpPr>
            <a:spLocks noChangeArrowheads="1"/>
          </p:cNvSpPr>
          <p:nvPr/>
        </p:nvSpPr>
        <p:spPr bwMode="auto">
          <a:xfrm>
            <a:off x="3175" y="1582341"/>
            <a:ext cx="252000" cy="215503"/>
          </a:xfrm>
          <a:prstGeom prst="rect">
            <a:avLst/>
          </a:prstGeom>
          <a:solidFill>
            <a:srgbClr val="DB2F36"/>
          </a:solidFill>
          <a:ln w="9525">
            <a:solidFill>
              <a:srgbClr val="DB2F36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pic>
        <p:nvPicPr>
          <p:cNvPr id="11" name="Grafik 2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54935" y="250033"/>
            <a:ext cx="509553" cy="65960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487363" y="1488900"/>
            <a:ext cx="8477251" cy="525773"/>
          </a:xfrm>
        </p:spPr>
        <p:txBody>
          <a:bodyPr lIns="0" tIns="72000" rIns="0" bIns="0" anchor="t"/>
          <a:lstStyle>
            <a:lvl1pPr marL="0" indent="0">
              <a:lnSpc>
                <a:spcPts val="1800"/>
              </a:lnSpc>
              <a:spcAft>
                <a:spcPct val="0"/>
              </a:spcAft>
              <a:buFont typeface="Wingdings" pitchFamily="2" charset="2"/>
              <a:buNone/>
              <a:defRPr sz="1650"/>
            </a:lvl1pPr>
          </a:lstStyle>
          <a:p>
            <a:pPr lvl="0"/>
            <a:r>
              <a:rPr lang="de-DE" noProof="0"/>
              <a:t>Master-Untertitelformat bearbeiten</a:t>
            </a:r>
            <a:endParaRPr lang="de-DE" noProof="0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487363" y="670322"/>
            <a:ext cx="8477251" cy="738188"/>
          </a:xfrm>
        </p:spPr>
        <p:txBody>
          <a:bodyPr lIns="0" rIns="0"/>
          <a:lstStyle>
            <a:lvl1pPr>
              <a:defRPr>
                <a:solidFill>
                  <a:srgbClr val="003087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" name="Rectangle 34"/>
          <p:cNvSpPr>
            <a:spLocks noChangeArrowheads="1"/>
          </p:cNvSpPr>
          <p:nvPr/>
        </p:nvSpPr>
        <p:spPr bwMode="auto">
          <a:xfrm>
            <a:off x="1587" y="2030015"/>
            <a:ext cx="252000" cy="215504"/>
          </a:xfrm>
          <a:prstGeom prst="rect">
            <a:avLst/>
          </a:prstGeom>
          <a:solidFill>
            <a:srgbClr val="DB2F36"/>
          </a:solidFill>
          <a:ln w="9525">
            <a:solidFill>
              <a:srgbClr val="DB2F36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16" name="Rechteck 15"/>
          <p:cNvSpPr/>
          <p:nvPr userDrawn="1"/>
        </p:nvSpPr>
        <p:spPr>
          <a:xfrm>
            <a:off x="253587" y="2026444"/>
            <a:ext cx="8898053" cy="3117057"/>
          </a:xfrm>
          <a:prstGeom prst="rect">
            <a:avLst/>
          </a:prstGeom>
          <a:gradFill flip="none" rotWithShape="1">
            <a:gsLst>
              <a:gs pos="73000">
                <a:srgbClr val="C9D2E9"/>
              </a:gs>
              <a:gs pos="45000">
                <a:srgbClr val="607DB6"/>
              </a:gs>
              <a:gs pos="9000">
                <a:srgbClr val="003087"/>
              </a:gs>
              <a:gs pos="100000">
                <a:srgbClr val="F6F6FF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5265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- mit eigenem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487362" y="1484487"/>
            <a:ext cx="8435975" cy="525773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72000" rIns="0" bIns="0" numCol="1" anchor="t" anchorCtr="0" compatLnSpc="1">
            <a:prstTxWarp prst="textNoShape">
              <a:avLst/>
            </a:prstTxWarp>
          </a:bodyPr>
          <a:lstStyle>
            <a:lvl1pPr marL="0" indent="0">
              <a:buNone/>
              <a:defRPr lang="de-DE" sz="1650" noProof="0" dirty="0" smtClean="0"/>
            </a:lvl1pPr>
          </a:lstStyle>
          <a:p>
            <a:pPr marL="257175" lvl="0" indent="-257175">
              <a:lnSpc>
                <a:spcPts val="1800"/>
              </a:lnSpc>
              <a:spcAft>
                <a:spcPct val="0"/>
              </a:spcAft>
            </a:pPr>
            <a:r>
              <a:rPr lang="de-DE" noProof="0"/>
              <a:t>Master-Untertitelformat bearbeiten</a:t>
            </a:r>
            <a:endParaRPr lang="de-DE" noProof="0" dirty="0"/>
          </a:p>
        </p:txBody>
      </p:sp>
      <p:sp>
        <p:nvSpPr>
          <p:cNvPr id="12329" name="Rectangle 41"/>
          <p:cNvSpPr>
            <a:spLocks noGrp="1" noChangeArrowheads="1"/>
          </p:cNvSpPr>
          <p:nvPr>
            <p:ph type="ctrTitle" sz="quarter"/>
          </p:nvPr>
        </p:nvSpPr>
        <p:spPr>
          <a:xfrm>
            <a:off x="484188" y="673663"/>
            <a:ext cx="7688212" cy="742950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>
              <a:defRPr lang="de-DE" noProof="0" dirty="0" smtClean="0">
                <a:solidFill>
                  <a:srgbClr val="003087"/>
                </a:solidFill>
              </a:defRPr>
            </a:lvl1pPr>
          </a:lstStyle>
          <a:p>
            <a:pPr lv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17" name="Text Box 7"/>
          <p:cNvSpPr txBox="1">
            <a:spLocks noChangeArrowheads="1"/>
          </p:cNvSpPr>
          <p:nvPr userDrawn="1"/>
        </p:nvSpPr>
        <p:spPr bwMode="auto">
          <a:xfrm>
            <a:off x="496889" y="195719"/>
            <a:ext cx="7343775" cy="3831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de-DE" sz="1050" b="1" dirty="0">
                <a:solidFill>
                  <a:srgbClr val="003087"/>
                </a:solidFill>
              </a:rPr>
              <a:t>Hessisches</a:t>
            </a:r>
            <a:r>
              <a:rPr lang="de-DE" sz="1050" b="1" baseline="0" dirty="0">
                <a:solidFill>
                  <a:srgbClr val="003087"/>
                </a:solidFill>
              </a:rPr>
              <a:t> Ministerium </a:t>
            </a:r>
            <a:br>
              <a:rPr lang="de-DE" sz="1050" b="1" baseline="0" dirty="0">
                <a:solidFill>
                  <a:srgbClr val="003087"/>
                </a:solidFill>
              </a:rPr>
            </a:br>
            <a:r>
              <a:rPr lang="de-DE" sz="1050" b="0" baseline="0" dirty="0">
                <a:solidFill>
                  <a:srgbClr val="003087"/>
                </a:solidFill>
              </a:rPr>
              <a:t>für Kultus, Bildung und Chancen</a:t>
            </a:r>
            <a:endParaRPr lang="de-DE" sz="900" b="0" dirty="0">
              <a:solidFill>
                <a:srgbClr val="003087"/>
              </a:solidFill>
            </a:endParaRPr>
          </a:p>
        </p:txBody>
      </p:sp>
      <p:grpSp>
        <p:nvGrpSpPr>
          <p:cNvPr id="14" name="Gruppieren 13"/>
          <p:cNvGrpSpPr/>
          <p:nvPr userDrawn="1"/>
        </p:nvGrpSpPr>
        <p:grpSpPr>
          <a:xfrm>
            <a:off x="1587" y="250031"/>
            <a:ext cx="253588" cy="1995488"/>
            <a:chOff x="1587" y="250031"/>
            <a:chExt cx="253588" cy="1995488"/>
          </a:xfrm>
        </p:grpSpPr>
        <p:sp>
          <p:nvSpPr>
            <p:cNvPr id="16" name="Rectangle 30"/>
            <p:cNvSpPr>
              <a:spLocks noChangeArrowheads="1"/>
            </p:cNvSpPr>
            <p:nvPr userDrawn="1"/>
          </p:nvSpPr>
          <p:spPr bwMode="auto">
            <a:xfrm>
              <a:off x="3175" y="250031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8" name="Rectangle 31"/>
            <p:cNvSpPr>
              <a:spLocks noChangeArrowheads="1"/>
            </p:cNvSpPr>
            <p:nvPr userDrawn="1"/>
          </p:nvSpPr>
          <p:spPr bwMode="auto">
            <a:xfrm>
              <a:off x="3175" y="694135"/>
              <a:ext cx="252000" cy="215503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9" name="Rectangle 32"/>
            <p:cNvSpPr>
              <a:spLocks noChangeArrowheads="1"/>
            </p:cNvSpPr>
            <p:nvPr userDrawn="1"/>
          </p:nvSpPr>
          <p:spPr bwMode="auto">
            <a:xfrm>
              <a:off x="3175" y="1138237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1" name="Rectangle 33"/>
            <p:cNvSpPr>
              <a:spLocks noChangeArrowheads="1"/>
            </p:cNvSpPr>
            <p:nvPr userDrawn="1"/>
          </p:nvSpPr>
          <p:spPr bwMode="auto">
            <a:xfrm>
              <a:off x="3175" y="1582341"/>
              <a:ext cx="252000" cy="215503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2" name="Rectangle 34"/>
            <p:cNvSpPr>
              <a:spLocks noChangeArrowheads="1"/>
            </p:cNvSpPr>
            <p:nvPr userDrawn="1"/>
          </p:nvSpPr>
          <p:spPr bwMode="auto">
            <a:xfrm>
              <a:off x="1587" y="2030015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</p:grpSp>
      <p:pic>
        <p:nvPicPr>
          <p:cNvPr id="23" name="Grafik 2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54935" y="250033"/>
            <a:ext cx="509553" cy="65960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Bildplatzhalter 2"/>
          <p:cNvSpPr>
            <a:spLocks noGrp="1"/>
          </p:cNvSpPr>
          <p:nvPr>
            <p:ph type="pic" sz="quarter" idx="10"/>
          </p:nvPr>
        </p:nvSpPr>
        <p:spPr>
          <a:xfrm>
            <a:off x="253587" y="2026444"/>
            <a:ext cx="8890413" cy="3117056"/>
          </a:xfrm>
        </p:spPr>
        <p:txBody>
          <a:bodyPr anchor="b"/>
          <a:lstStyle>
            <a:lvl1pPr marL="0" indent="0" algn="ctr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66007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-Tex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67544" y="670322"/>
            <a:ext cx="8497069" cy="738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rgbClr val="003087"/>
                </a:solidFill>
              </a:defRPr>
            </a:lvl1pPr>
          </a:lstStyle>
          <a:p>
            <a:pPr lvl="0"/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28" name="Rectangle 19"/>
          <p:cNvSpPr>
            <a:spLocks noGrp="1" noChangeArrowheads="1"/>
          </p:cNvSpPr>
          <p:nvPr>
            <p:ph type="dt" sz="quarter" idx="10"/>
          </p:nvPr>
        </p:nvSpPr>
        <p:spPr>
          <a:xfrm>
            <a:off x="7380289" y="4837510"/>
            <a:ext cx="1576387" cy="219075"/>
          </a:xfrm>
          <a:prstGeom prst="rect">
            <a:avLst/>
          </a:prstGeom>
        </p:spPr>
        <p:txBody>
          <a:bodyPr anchor="b" anchorCtr="0"/>
          <a:lstStyle>
            <a:lvl1pPr algn="r" eaLnBrk="0" hangingPunct="0">
              <a:defRPr sz="900" smtClean="0">
                <a:ea typeface="ＭＳ Ｐゴシック" pitchFamily="34" charset="-128"/>
              </a:defRPr>
            </a:lvl1pPr>
          </a:lstStyle>
          <a:p>
            <a:pPr>
              <a:defRPr/>
            </a:pPr>
            <a:fld id="{880D8169-47E9-4C41-A2C1-0ACE90524791}" type="datetime1">
              <a:rPr lang="de-DE" smtClean="0"/>
              <a:t>11.03.2026</a:t>
            </a:fld>
            <a:endParaRPr lang="de-DE" dirty="0"/>
          </a:p>
        </p:txBody>
      </p:sp>
      <p:sp>
        <p:nvSpPr>
          <p:cNvPr id="29" name="Rectangle 20"/>
          <p:cNvSpPr>
            <a:spLocks noGrp="1" noChangeArrowheads="1"/>
          </p:cNvSpPr>
          <p:nvPr>
            <p:ph type="ftr" sz="quarter" idx="11"/>
          </p:nvPr>
        </p:nvSpPr>
        <p:spPr>
          <a:xfrm>
            <a:off x="1331914" y="4839891"/>
            <a:ext cx="5976937" cy="216694"/>
          </a:xfrm>
          <a:prstGeom prst="rect">
            <a:avLst/>
          </a:prstGeom>
        </p:spPr>
        <p:txBody>
          <a:bodyPr anchor="b" anchorCtr="0"/>
          <a:lstStyle>
            <a:lvl1pPr eaLnBrk="0" hangingPunct="0">
              <a:defRPr sz="900" smtClean="0">
                <a:ea typeface="ＭＳ Ｐゴシック" pitchFamily="34" charset="-128"/>
              </a:defRPr>
            </a:lvl1pPr>
          </a:lstStyle>
          <a:p>
            <a:pPr algn="r">
              <a:defRPr/>
            </a:pPr>
            <a:r>
              <a:rPr lang="de-DE"/>
              <a:t>Fußzeile mit weiteren Hinweisen </a:t>
            </a:r>
            <a:endParaRPr lang="de-DE" dirty="0"/>
          </a:p>
        </p:txBody>
      </p:sp>
      <p:sp>
        <p:nvSpPr>
          <p:cNvPr id="30" name="Rectangle 21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552450" y="4839891"/>
            <a:ext cx="706438" cy="225028"/>
          </a:xfrm>
          <a:prstGeom prst="rect">
            <a:avLst/>
          </a:prstGeom>
        </p:spPr>
        <p:txBody>
          <a:bodyPr/>
          <a:lstStyle>
            <a:lvl1pPr eaLnBrk="0" hangingPunct="0">
              <a:defRPr sz="1050" b="1" smtClean="0">
                <a:solidFill>
                  <a:schemeClr val="bg1">
                    <a:lumMod val="50000"/>
                  </a:schemeClr>
                </a:solidFill>
                <a:ea typeface="ＭＳ Ｐゴシック" pitchFamily="34" charset="-128"/>
              </a:defRPr>
            </a:lvl1pPr>
          </a:lstStyle>
          <a:p>
            <a:pPr>
              <a:defRPr/>
            </a:pPr>
            <a:fld id="{EF82B18D-C707-4786-8163-FFCD341314AB}" type="slidenum">
              <a:rPr lang="de-DE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36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467545" y="1545432"/>
            <a:ext cx="8484370" cy="3240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buClr>
                <a:srgbClr val="003087"/>
              </a:buClr>
              <a:defRPr/>
            </a:lvl1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604323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ndardfolie mit Hinter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 userDrawn="1"/>
        </p:nvSpPr>
        <p:spPr>
          <a:xfrm>
            <a:off x="253587" y="692944"/>
            <a:ext cx="8890413" cy="918000"/>
          </a:xfrm>
          <a:prstGeom prst="rect">
            <a:avLst/>
          </a:prstGeom>
          <a:gradFill flip="none" rotWithShape="1">
            <a:gsLst>
              <a:gs pos="27000">
                <a:srgbClr val="6E89BD"/>
              </a:gs>
              <a:gs pos="0">
                <a:srgbClr val="003087"/>
              </a:gs>
              <a:gs pos="56000">
                <a:srgbClr val="CBD4EA"/>
              </a:gs>
              <a:gs pos="93000">
                <a:srgbClr val="F6F6FF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Rechteck 21"/>
          <p:cNvSpPr/>
          <p:nvPr userDrawn="1"/>
        </p:nvSpPr>
        <p:spPr>
          <a:xfrm>
            <a:off x="253586" y="1579960"/>
            <a:ext cx="8890413" cy="3203655"/>
          </a:xfrm>
          <a:prstGeom prst="rect">
            <a:avLst/>
          </a:prstGeom>
          <a:gradFill flip="none" rotWithShape="1">
            <a:gsLst>
              <a:gs pos="67000">
                <a:srgbClr val="C5CFE7"/>
              </a:gs>
              <a:gs pos="37500">
                <a:srgbClr val="5C7AB4"/>
              </a:gs>
              <a:gs pos="0">
                <a:srgbClr val="003087"/>
              </a:gs>
              <a:gs pos="94000">
                <a:srgbClr val="F6F6FF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96889" y="670322"/>
            <a:ext cx="8467724" cy="738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rgbClr val="003087"/>
                </a:solidFill>
              </a:defRPr>
            </a:lvl1pPr>
          </a:lstStyle>
          <a:p>
            <a:pPr lvl="0"/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Rectangle 19"/>
          <p:cNvSpPr>
            <a:spLocks noGrp="1" noChangeArrowheads="1"/>
          </p:cNvSpPr>
          <p:nvPr>
            <p:ph type="dt" sz="quarter" idx="10"/>
          </p:nvPr>
        </p:nvSpPr>
        <p:spPr>
          <a:xfrm>
            <a:off x="7380289" y="4837510"/>
            <a:ext cx="1576387" cy="219075"/>
          </a:xfrm>
          <a:prstGeom prst="rect">
            <a:avLst/>
          </a:prstGeom>
        </p:spPr>
        <p:txBody>
          <a:bodyPr anchor="b" anchorCtr="0"/>
          <a:lstStyle>
            <a:lvl1pPr algn="r" eaLnBrk="0" hangingPunct="0">
              <a:defRPr sz="900" smtClean="0">
                <a:ea typeface="ＭＳ Ｐゴシック" pitchFamily="34" charset="-128"/>
              </a:defRPr>
            </a:lvl1pPr>
          </a:lstStyle>
          <a:p>
            <a:pPr>
              <a:defRPr/>
            </a:pPr>
            <a:fld id="{826AF04E-2C42-4D7D-9FA6-0895B2147FEF}" type="datetime1">
              <a:rPr lang="de-DE" smtClean="0"/>
              <a:t>11.03.2026</a:t>
            </a:fld>
            <a:endParaRPr lang="de-DE" dirty="0"/>
          </a:p>
        </p:txBody>
      </p:sp>
      <p:sp>
        <p:nvSpPr>
          <p:cNvPr id="12" name="Rectangle 20"/>
          <p:cNvSpPr>
            <a:spLocks noGrp="1" noChangeArrowheads="1"/>
          </p:cNvSpPr>
          <p:nvPr>
            <p:ph type="ftr" sz="quarter" idx="11"/>
          </p:nvPr>
        </p:nvSpPr>
        <p:spPr>
          <a:xfrm>
            <a:off x="1331914" y="4839891"/>
            <a:ext cx="5976937" cy="216694"/>
          </a:xfrm>
          <a:prstGeom prst="rect">
            <a:avLst/>
          </a:prstGeom>
        </p:spPr>
        <p:txBody>
          <a:bodyPr anchor="b" anchorCtr="0"/>
          <a:lstStyle>
            <a:lvl1pPr eaLnBrk="0" hangingPunct="0">
              <a:defRPr sz="900" smtClean="0">
                <a:ea typeface="ＭＳ Ｐゴシック" pitchFamily="34" charset="-128"/>
              </a:defRPr>
            </a:lvl1pPr>
          </a:lstStyle>
          <a:p>
            <a:pPr algn="r">
              <a:defRPr/>
            </a:pPr>
            <a:r>
              <a:rPr lang="de-DE"/>
              <a:t>Fußzeile mit weiteren Hinweisen </a:t>
            </a:r>
            <a:endParaRPr lang="de-DE" dirty="0"/>
          </a:p>
        </p:txBody>
      </p:sp>
      <p:sp>
        <p:nvSpPr>
          <p:cNvPr id="13" name="Rectangle 21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552450" y="4839891"/>
            <a:ext cx="706438" cy="225028"/>
          </a:xfrm>
          <a:prstGeom prst="rect">
            <a:avLst/>
          </a:prstGeom>
        </p:spPr>
        <p:txBody>
          <a:bodyPr/>
          <a:lstStyle>
            <a:lvl1pPr eaLnBrk="0" hangingPunct="0">
              <a:defRPr sz="1050" b="1" smtClean="0">
                <a:solidFill>
                  <a:schemeClr val="bg1">
                    <a:lumMod val="50000"/>
                  </a:schemeClr>
                </a:solidFill>
                <a:ea typeface="ＭＳ Ｐゴシック" pitchFamily="34" charset="-128"/>
              </a:defRPr>
            </a:lvl1pPr>
          </a:lstStyle>
          <a:p>
            <a:pPr>
              <a:defRPr/>
            </a:pPr>
            <a:fld id="{EF82B18D-C707-4786-8163-FFCD341314AB}" type="slidenum">
              <a:rPr lang="de-DE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23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503999" y="1582341"/>
            <a:ext cx="8447915" cy="32039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buClr>
                <a:srgbClr val="003087"/>
              </a:buClr>
              <a:defRPr/>
            </a:lvl1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25" name="Text Box 7"/>
          <p:cNvSpPr txBox="1">
            <a:spLocks noChangeArrowheads="1"/>
          </p:cNvSpPr>
          <p:nvPr userDrawn="1"/>
        </p:nvSpPr>
        <p:spPr bwMode="auto">
          <a:xfrm>
            <a:off x="496889" y="189310"/>
            <a:ext cx="7343775" cy="3831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de-DE" sz="1050" b="1" dirty="0">
                <a:solidFill>
                  <a:srgbClr val="003695"/>
                </a:solidFill>
              </a:rPr>
              <a:t>Hessisches</a:t>
            </a:r>
            <a:r>
              <a:rPr lang="de-DE" sz="1050" b="1" baseline="0" dirty="0">
                <a:solidFill>
                  <a:srgbClr val="003695"/>
                </a:solidFill>
              </a:rPr>
              <a:t> Ministerium </a:t>
            </a:r>
            <a:br>
              <a:rPr lang="de-DE" sz="1050" b="1" baseline="0" dirty="0">
                <a:solidFill>
                  <a:srgbClr val="003695"/>
                </a:solidFill>
              </a:rPr>
            </a:br>
            <a:r>
              <a:rPr lang="de-DE" sz="1050" b="0" baseline="0" dirty="0">
                <a:solidFill>
                  <a:srgbClr val="003695"/>
                </a:solidFill>
              </a:rPr>
              <a:t>für Kultus, Bildung und Chancen</a:t>
            </a:r>
            <a:endParaRPr lang="de-DE" sz="900" b="0" dirty="0">
              <a:solidFill>
                <a:srgbClr val="003695"/>
              </a:solidFill>
            </a:endParaRPr>
          </a:p>
        </p:txBody>
      </p:sp>
      <p:grpSp>
        <p:nvGrpSpPr>
          <p:cNvPr id="24" name="Gruppieren 23"/>
          <p:cNvGrpSpPr/>
          <p:nvPr userDrawn="1"/>
        </p:nvGrpSpPr>
        <p:grpSpPr>
          <a:xfrm>
            <a:off x="1587" y="250031"/>
            <a:ext cx="253588" cy="1995488"/>
            <a:chOff x="1587" y="250031"/>
            <a:chExt cx="253588" cy="1995488"/>
          </a:xfrm>
        </p:grpSpPr>
        <p:sp>
          <p:nvSpPr>
            <p:cNvPr id="26" name="Rectangle 30"/>
            <p:cNvSpPr>
              <a:spLocks noChangeArrowheads="1"/>
            </p:cNvSpPr>
            <p:nvPr userDrawn="1"/>
          </p:nvSpPr>
          <p:spPr bwMode="auto">
            <a:xfrm>
              <a:off x="3175" y="250031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7" name="Rectangle 31"/>
            <p:cNvSpPr>
              <a:spLocks noChangeArrowheads="1"/>
            </p:cNvSpPr>
            <p:nvPr userDrawn="1"/>
          </p:nvSpPr>
          <p:spPr bwMode="auto">
            <a:xfrm>
              <a:off x="3175" y="694135"/>
              <a:ext cx="252000" cy="215503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8" name="Rectangle 32"/>
            <p:cNvSpPr>
              <a:spLocks noChangeArrowheads="1"/>
            </p:cNvSpPr>
            <p:nvPr userDrawn="1"/>
          </p:nvSpPr>
          <p:spPr bwMode="auto">
            <a:xfrm>
              <a:off x="3175" y="1138237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9" name="Rectangle 33"/>
            <p:cNvSpPr>
              <a:spLocks noChangeArrowheads="1"/>
            </p:cNvSpPr>
            <p:nvPr userDrawn="1"/>
          </p:nvSpPr>
          <p:spPr bwMode="auto">
            <a:xfrm>
              <a:off x="3175" y="1582341"/>
              <a:ext cx="252000" cy="215503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30" name="Rectangle 34"/>
            <p:cNvSpPr>
              <a:spLocks noChangeArrowheads="1"/>
            </p:cNvSpPr>
            <p:nvPr userDrawn="1"/>
          </p:nvSpPr>
          <p:spPr bwMode="auto">
            <a:xfrm>
              <a:off x="1587" y="2030015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</p:grpSp>
      <p:pic>
        <p:nvPicPr>
          <p:cNvPr id="17" name="Grafik 16" descr="Bildschirmausschnitt">
            <a:hlinkClick r:id="rId2"/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8404" y="227072"/>
            <a:ext cx="1141387" cy="306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0992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 zw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544" y="670322"/>
            <a:ext cx="8497069" cy="738188"/>
          </a:xfrm>
        </p:spPr>
        <p:txBody>
          <a:bodyPr/>
          <a:lstStyle>
            <a:lvl1pPr>
              <a:defRPr>
                <a:solidFill>
                  <a:srgbClr val="003087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7A2DC49A-64FA-4C3F-80F3-AF205E2A1F91}" type="datetime1">
              <a:rPr lang="de-DE" smtClean="0"/>
              <a:t>11.03.2026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>
              <a:defRPr/>
            </a:pPr>
            <a:r>
              <a:rPr lang="de-DE"/>
              <a:t>Fußzeile mit weiteren Hinweisen 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2B18D-C707-4786-8163-FFCD341314AB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6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4716016" y="1545637"/>
            <a:ext cx="4240083" cy="3240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Rectangle 3"/>
          <p:cNvSpPr>
            <a:spLocks noGrp="1" noChangeArrowheads="1"/>
          </p:cNvSpPr>
          <p:nvPr>
            <p:ph idx="13"/>
          </p:nvPr>
        </p:nvSpPr>
        <p:spPr bwMode="auto">
          <a:xfrm>
            <a:off x="467544" y="1545637"/>
            <a:ext cx="4152223" cy="3240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46393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 nur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544" y="670322"/>
            <a:ext cx="8497069" cy="738188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70C90F2-01D9-4AA5-A85C-27A63631B086}" type="datetime1">
              <a:rPr lang="de-DE" smtClean="0"/>
              <a:t>11.03.2026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>
              <a:defRPr/>
            </a:pPr>
            <a:r>
              <a:rPr lang="de-DE"/>
              <a:t>Fußzeile mit weiteren Hinweisen 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2B18D-C707-4786-8163-FFCD341314AB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03434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o-Folie - ohne Hinter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8251A07-1F74-4A98-82D5-CBD0DE5164A2}" type="datetime1">
              <a:rPr lang="de-DE" smtClean="0"/>
              <a:t>11.03.2026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>
              <a:defRPr/>
            </a:pPr>
            <a:r>
              <a:rPr lang="de-DE"/>
              <a:t>Fußzeile mit weiteren Hinweisen 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2B18D-C707-4786-8163-FFCD341314AB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58762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o-Folie - 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045" y="689263"/>
            <a:ext cx="8882955" cy="4114735"/>
          </a:xfrm>
          <a:prstGeom prst="rect">
            <a:avLst/>
          </a:prstGeom>
        </p:spPr>
      </p:pic>
      <p:sp>
        <p:nvSpPr>
          <p:cNvPr id="3" name="Datumsplatzhalt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261FF7AE-E47F-48DC-9035-E2B5C6B71021}" type="datetime1">
              <a:rPr lang="de-DE" smtClean="0"/>
              <a:t>11.03.2026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>
              <a:defRPr/>
            </a:pPr>
            <a:r>
              <a:rPr lang="de-DE"/>
              <a:t>Fußzeile mit weiteren Hinweisen 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2B18D-C707-4786-8163-FFCD341314AB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23715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o-Folie - schlic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251520" y="690891"/>
            <a:ext cx="8892480" cy="4102075"/>
          </a:xfrm>
          <a:prstGeom prst="rect">
            <a:avLst/>
          </a:prstGeom>
          <a:gradFill flip="none" rotWithShape="1">
            <a:gsLst>
              <a:gs pos="62000">
                <a:srgbClr val="B2C0DE"/>
              </a:gs>
              <a:gs pos="24000">
                <a:srgbClr val="345AA1"/>
              </a:gs>
              <a:gs pos="0">
                <a:srgbClr val="003087"/>
              </a:gs>
              <a:gs pos="95000">
                <a:srgbClr val="F6F6FF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52FB9BE8-06FC-498B-A6B6-27E04BB94BBC}" type="datetime1">
              <a:rPr lang="de-DE" smtClean="0"/>
              <a:t>11.03.2026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>
              <a:defRPr/>
            </a:pPr>
            <a:r>
              <a:rPr lang="de-DE"/>
              <a:t>Fußzeile mit weiteren Hinweisen 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2B18D-C707-4786-8163-FFCD341314AB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44208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 zweigetei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7ABC6915-E11F-44E2-A087-31E6B6A359CE}" type="datetime1">
              <a:rPr lang="de-DE" smtClean="0"/>
              <a:t>11.03.2026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>
              <a:defRPr/>
            </a:pPr>
            <a:r>
              <a:rPr lang="de-DE"/>
              <a:t>Fußzeile mit weiteren Hinweisen 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2B18D-C707-4786-8163-FFCD341314AB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3707904" y="685800"/>
            <a:ext cx="5256584" cy="4046190"/>
          </a:xfrm>
        </p:spPr>
        <p:txBody>
          <a:bodyPr>
            <a:normAutofit/>
          </a:bodyPr>
          <a:lstStyle>
            <a:lvl1pPr eaLnBrk="1" latinLnBrk="0" hangingPunct="1">
              <a:defRPr kumimoji="0" lang="de-DE" sz="1800"/>
            </a:lvl1pPr>
            <a:lvl2pPr eaLnBrk="1" latinLnBrk="0" hangingPunct="1">
              <a:defRPr kumimoji="0" lang="de-DE" sz="1500"/>
            </a:lvl2pPr>
            <a:lvl3pPr eaLnBrk="1" latinLnBrk="0" hangingPunct="1">
              <a:defRPr kumimoji="0" lang="de-DE" sz="1350"/>
            </a:lvl3pPr>
            <a:lvl4pPr eaLnBrk="1" latinLnBrk="0" hangingPunct="1">
              <a:defRPr kumimoji="0" lang="de-DE" sz="1200"/>
            </a:lvl4pPr>
            <a:lvl5pPr eaLnBrk="1" latinLnBrk="0" hangingPunct="1">
              <a:defRPr kumimoji="0" lang="de-DE" sz="1200"/>
            </a:lvl5pPr>
            <a:lvl6pPr eaLnBrk="1" latinLnBrk="0" hangingPunct="1">
              <a:defRPr kumimoji="0" lang="de-DE" sz="1500"/>
            </a:lvl6pPr>
            <a:lvl7pPr eaLnBrk="1" latinLnBrk="0" hangingPunct="1">
              <a:defRPr kumimoji="0" lang="de-DE" sz="1500"/>
            </a:lvl7pPr>
            <a:lvl8pPr eaLnBrk="1" latinLnBrk="0" hangingPunct="1">
              <a:defRPr kumimoji="0" lang="de-DE" sz="1500"/>
            </a:lvl8pPr>
            <a:lvl9pPr eaLnBrk="1" latinLnBrk="0" hangingPunct="1">
              <a:defRPr kumimoji="0" lang="de-DE" sz="1500"/>
            </a:lvl9pPr>
          </a:lstStyle>
          <a:p>
            <a:pPr lvl="0" eaLnBrk="1" latinLnBrk="0" hangingPunct="1"/>
            <a:r>
              <a:rPr lang="de-DE"/>
              <a:t>Mastertextformat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  <a:p>
            <a:pPr lvl="3" eaLnBrk="1" latinLnBrk="0" hangingPunct="1"/>
            <a:r>
              <a:rPr lang="de-DE"/>
              <a:t>Vierte Ebene</a:t>
            </a:r>
          </a:p>
          <a:p>
            <a:pPr lvl="4" eaLnBrk="1" latinLnBrk="0" hangingPunct="1"/>
            <a:r>
              <a:rPr lang="de-DE"/>
              <a:t>Fünfte Ebene</a:t>
            </a:r>
            <a:endParaRPr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555576" y="1509918"/>
            <a:ext cx="3008313" cy="3240360"/>
          </a:xfrm>
        </p:spPr>
        <p:txBody>
          <a:bodyPr/>
          <a:lstStyle>
            <a:lvl1pPr marL="0" indent="0" eaLnBrk="1" latinLnBrk="0" hangingPunct="1">
              <a:buNone/>
              <a:defRPr kumimoji="0" lang="de-DE" sz="1050"/>
            </a:lvl1pPr>
            <a:lvl2pPr marL="342900" indent="0" eaLnBrk="1" latinLnBrk="0" hangingPunct="1">
              <a:buNone/>
              <a:defRPr kumimoji="0" lang="de-DE" sz="900"/>
            </a:lvl2pPr>
            <a:lvl3pPr marL="685800" indent="0" eaLnBrk="1" latinLnBrk="0" hangingPunct="1">
              <a:buNone/>
              <a:defRPr kumimoji="0" lang="de-DE" sz="750"/>
            </a:lvl3pPr>
            <a:lvl4pPr marL="1028700" indent="0" eaLnBrk="1" latinLnBrk="0" hangingPunct="1">
              <a:buNone/>
              <a:defRPr kumimoji="0" lang="de-DE" sz="675"/>
            </a:lvl4pPr>
            <a:lvl5pPr marL="1371600" indent="0" eaLnBrk="1" latinLnBrk="0" hangingPunct="1">
              <a:buNone/>
              <a:defRPr kumimoji="0" lang="de-DE" sz="675"/>
            </a:lvl5pPr>
            <a:lvl6pPr marL="1714500" indent="0" eaLnBrk="1" latinLnBrk="0" hangingPunct="1">
              <a:buNone/>
              <a:defRPr kumimoji="0" lang="de-DE" sz="675"/>
            </a:lvl6pPr>
            <a:lvl7pPr marL="2057400" indent="0" eaLnBrk="1" latinLnBrk="0" hangingPunct="1">
              <a:buNone/>
              <a:defRPr kumimoji="0" lang="de-DE" sz="675"/>
            </a:lvl7pPr>
            <a:lvl8pPr marL="2400300" indent="0" eaLnBrk="1" latinLnBrk="0" hangingPunct="1">
              <a:buNone/>
              <a:defRPr kumimoji="0" lang="de-DE" sz="675"/>
            </a:lvl8pPr>
            <a:lvl9pPr marL="2743200" indent="0" eaLnBrk="1" latinLnBrk="0" hangingPunct="1">
              <a:buNone/>
              <a:defRPr kumimoji="0" lang="de-DE" sz="675"/>
            </a:lvl9pPr>
          </a:lstStyle>
          <a:p>
            <a:pPr lvl="0" eaLnBrk="1" latinLnBrk="0" hangingPunct="1"/>
            <a:r>
              <a:rPr lang="de-DE"/>
              <a:t>Mastertextformat bearbeiten</a:t>
            </a:r>
          </a:p>
        </p:txBody>
      </p:sp>
      <p:sp>
        <p:nvSpPr>
          <p:cNvPr id="10" name="Titel 1"/>
          <p:cNvSpPr>
            <a:spLocks noGrp="1"/>
          </p:cNvSpPr>
          <p:nvPr>
            <p:ph type="title"/>
          </p:nvPr>
        </p:nvSpPr>
        <p:spPr>
          <a:xfrm>
            <a:off x="552451" y="737379"/>
            <a:ext cx="3011438" cy="605284"/>
          </a:xfrm>
        </p:spPr>
        <p:txBody>
          <a:bodyPr anchor="t"/>
          <a:lstStyle>
            <a:lvl1pPr>
              <a:defRPr sz="1350">
                <a:solidFill>
                  <a:srgbClr val="003087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732651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 zweigeteilt mit Hinter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/>
          <p:cNvSpPr/>
          <p:nvPr userDrawn="1"/>
        </p:nvSpPr>
        <p:spPr>
          <a:xfrm>
            <a:off x="251520" y="690891"/>
            <a:ext cx="8892480" cy="4102075"/>
          </a:xfrm>
          <a:prstGeom prst="rect">
            <a:avLst/>
          </a:prstGeom>
          <a:gradFill flip="none" rotWithShape="1">
            <a:gsLst>
              <a:gs pos="62000">
                <a:srgbClr val="B2C0DE"/>
              </a:gs>
              <a:gs pos="24000">
                <a:srgbClr val="345AA1"/>
              </a:gs>
              <a:gs pos="0">
                <a:srgbClr val="003087"/>
              </a:gs>
              <a:gs pos="95000">
                <a:srgbClr val="F6F6FF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D85C73B-8746-43D2-B2DF-264E9B26874F}" type="datetime1">
              <a:rPr lang="de-DE" smtClean="0"/>
              <a:t>11.03.2026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>
              <a:defRPr/>
            </a:pPr>
            <a:r>
              <a:rPr lang="de-DE"/>
              <a:t>Fußzeile mit weiteren Hinweisen 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2B18D-C707-4786-8163-FFCD341314AB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3707904" y="685800"/>
            <a:ext cx="5256584" cy="4046190"/>
          </a:xfrm>
        </p:spPr>
        <p:txBody>
          <a:bodyPr>
            <a:normAutofit/>
          </a:bodyPr>
          <a:lstStyle>
            <a:lvl1pPr eaLnBrk="1" latinLnBrk="0" hangingPunct="1">
              <a:defRPr kumimoji="0" lang="de-DE" sz="1800"/>
            </a:lvl1pPr>
            <a:lvl2pPr eaLnBrk="1" latinLnBrk="0" hangingPunct="1">
              <a:defRPr kumimoji="0" lang="de-DE" sz="1500"/>
            </a:lvl2pPr>
            <a:lvl3pPr eaLnBrk="1" latinLnBrk="0" hangingPunct="1">
              <a:defRPr kumimoji="0" lang="de-DE" sz="1350"/>
            </a:lvl3pPr>
            <a:lvl4pPr eaLnBrk="1" latinLnBrk="0" hangingPunct="1">
              <a:defRPr kumimoji="0" lang="de-DE" sz="1200"/>
            </a:lvl4pPr>
            <a:lvl5pPr eaLnBrk="1" latinLnBrk="0" hangingPunct="1">
              <a:defRPr kumimoji="0" lang="de-DE" sz="1200"/>
            </a:lvl5pPr>
            <a:lvl6pPr eaLnBrk="1" latinLnBrk="0" hangingPunct="1">
              <a:defRPr kumimoji="0" lang="de-DE" sz="1500"/>
            </a:lvl6pPr>
            <a:lvl7pPr eaLnBrk="1" latinLnBrk="0" hangingPunct="1">
              <a:defRPr kumimoji="0" lang="de-DE" sz="1500"/>
            </a:lvl7pPr>
            <a:lvl8pPr eaLnBrk="1" latinLnBrk="0" hangingPunct="1">
              <a:defRPr kumimoji="0" lang="de-DE" sz="1500"/>
            </a:lvl8pPr>
            <a:lvl9pPr eaLnBrk="1" latinLnBrk="0" hangingPunct="1">
              <a:defRPr kumimoji="0" lang="de-DE" sz="1500"/>
            </a:lvl9pPr>
          </a:lstStyle>
          <a:p>
            <a:pPr lvl="0" eaLnBrk="1" latinLnBrk="0" hangingPunct="1"/>
            <a:r>
              <a:rPr lang="de-DE"/>
              <a:t>Mastertextformat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  <a:p>
            <a:pPr lvl="3" eaLnBrk="1" latinLnBrk="0" hangingPunct="1"/>
            <a:r>
              <a:rPr lang="de-DE"/>
              <a:t>Vierte Ebene</a:t>
            </a:r>
          </a:p>
          <a:p>
            <a:pPr lvl="4" eaLnBrk="1" latinLnBrk="0" hangingPunct="1"/>
            <a:r>
              <a:rPr lang="de-DE"/>
              <a:t>Fünfte Ebene</a:t>
            </a:r>
            <a:endParaRPr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555576" y="1347614"/>
            <a:ext cx="3008313" cy="3384376"/>
          </a:xfrm>
        </p:spPr>
        <p:txBody>
          <a:bodyPr/>
          <a:lstStyle>
            <a:lvl1pPr marL="0" indent="0" eaLnBrk="1" latinLnBrk="0" hangingPunct="1">
              <a:buNone/>
              <a:defRPr kumimoji="0" lang="de-DE" sz="1050"/>
            </a:lvl1pPr>
            <a:lvl2pPr marL="342900" indent="0" eaLnBrk="1" latinLnBrk="0" hangingPunct="1">
              <a:buNone/>
              <a:defRPr kumimoji="0" lang="de-DE" sz="900"/>
            </a:lvl2pPr>
            <a:lvl3pPr marL="685800" indent="0" eaLnBrk="1" latinLnBrk="0" hangingPunct="1">
              <a:buNone/>
              <a:defRPr kumimoji="0" lang="de-DE" sz="750"/>
            </a:lvl3pPr>
            <a:lvl4pPr marL="1028700" indent="0" eaLnBrk="1" latinLnBrk="0" hangingPunct="1">
              <a:buNone/>
              <a:defRPr kumimoji="0" lang="de-DE" sz="675"/>
            </a:lvl4pPr>
            <a:lvl5pPr marL="1371600" indent="0" eaLnBrk="1" latinLnBrk="0" hangingPunct="1">
              <a:buNone/>
              <a:defRPr kumimoji="0" lang="de-DE" sz="675"/>
            </a:lvl5pPr>
            <a:lvl6pPr marL="1714500" indent="0" eaLnBrk="1" latinLnBrk="0" hangingPunct="1">
              <a:buNone/>
              <a:defRPr kumimoji="0" lang="de-DE" sz="675"/>
            </a:lvl6pPr>
            <a:lvl7pPr marL="2057400" indent="0" eaLnBrk="1" latinLnBrk="0" hangingPunct="1">
              <a:buNone/>
              <a:defRPr kumimoji="0" lang="de-DE" sz="675"/>
            </a:lvl7pPr>
            <a:lvl8pPr marL="2400300" indent="0" eaLnBrk="1" latinLnBrk="0" hangingPunct="1">
              <a:buNone/>
              <a:defRPr kumimoji="0" lang="de-DE" sz="675"/>
            </a:lvl8pPr>
            <a:lvl9pPr marL="2743200" indent="0" eaLnBrk="1" latinLnBrk="0" hangingPunct="1">
              <a:buNone/>
              <a:defRPr kumimoji="0" lang="de-DE" sz="675"/>
            </a:lvl9pPr>
          </a:lstStyle>
          <a:p>
            <a:pPr lvl="0" eaLnBrk="1" latinLnBrk="0" hangingPunct="1"/>
            <a:r>
              <a:rPr lang="de-DE"/>
              <a:t>Mastertextformat bearbeiten</a:t>
            </a:r>
          </a:p>
        </p:txBody>
      </p:sp>
      <p:sp>
        <p:nvSpPr>
          <p:cNvPr id="10" name="Titel 1"/>
          <p:cNvSpPr>
            <a:spLocks noGrp="1"/>
          </p:cNvSpPr>
          <p:nvPr>
            <p:ph type="title"/>
          </p:nvPr>
        </p:nvSpPr>
        <p:spPr>
          <a:xfrm>
            <a:off x="552450" y="734973"/>
            <a:ext cx="3011438" cy="504057"/>
          </a:xfrm>
        </p:spPr>
        <p:txBody>
          <a:bodyPr anchor="t"/>
          <a:lstStyle>
            <a:lvl1pPr>
              <a:defRPr sz="1350">
                <a:solidFill>
                  <a:srgbClr val="003087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4979641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hyperlink" Target="https://kultus.hessen.de/" TargetMode="External"/><Relationship Id="rId15" Type="http://schemas.openxmlformats.org/officeDocument/2006/relationships/image" Target="../media/image1.tm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31813" y="670322"/>
            <a:ext cx="8432800" cy="738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9144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Titelmasterformat durch Klicken bearbeiten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41339" y="1545432"/>
            <a:ext cx="8410575" cy="3240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5" name="Rectangle 19"/>
          <p:cNvSpPr>
            <a:spLocks noGrp="1" noChangeArrowheads="1"/>
          </p:cNvSpPr>
          <p:nvPr>
            <p:ph type="dt" sz="quarter" idx="2"/>
          </p:nvPr>
        </p:nvSpPr>
        <p:spPr>
          <a:xfrm>
            <a:off x="7380289" y="4837510"/>
            <a:ext cx="1576387" cy="219075"/>
          </a:xfrm>
          <a:prstGeom prst="rect">
            <a:avLst/>
          </a:prstGeom>
        </p:spPr>
        <p:txBody>
          <a:bodyPr/>
          <a:lstStyle>
            <a:lvl1pPr algn="r" eaLnBrk="0" hangingPunct="0">
              <a:defRPr sz="900" smtClean="0">
                <a:ea typeface="ＭＳ Ｐゴシック" pitchFamily="34" charset="-128"/>
              </a:defRPr>
            </a:lvl1pPr>
          </a:lstStyle>
          <a:p>
            <a:pPr>
              <a:defRPr/>
            </a:pPr>
            <a:fld id="{7C1E37B6-3E02-4C4C-884B-FC01FA70DD6A}" type="datetime1">
              <a:rPr lang="de-DE" smtClean="0"/>
              <a:t>11.03.2026</a:t>
            </a:fld>
            <a:endParaRPr lang="de-DE" dirty="0"/>
          </a:p>
        </p:txBody>
      </p:sp>
      <p:sp>
        <p:nvSpPr>
          <p:cNvPr id="16" name="Rectangle 20"/>
          <p:cNvSpPr>
            <a:spLocks noGrp="1" noChangeArrowheads="1"/>
          </p:cNvSpPr>
          <p:nvPr>
            <p:ph type="ftr" sz="quarter" idx="3"/>
          </p:nvPr>
        </p:nvSpPr>
        <p:spPr>
          <a:xfrm>
            <a:off x="1331914" y="4839891"/>
            <a:ext cx="5976937" cy="216694"/>
          </a:xfrm>
          <a:prstGeom prst="rect">
            <a:avLst/>
          </a:prstGeom>
        </p:spPr>
        <p:txBody>
          <a:bodyPr/>
          <a:lstStyle>
            <a:lvl1pPr eaLnBrk="0" hangingPunct="0">
              <a:defRPr sz="900" smtClean="0">
                <a:ea typeface="ＭＳ Ｐゴシック" pitchFamily="34" charset="-128"/>
              </a:defRPr>
            </a:lvl1pPr>
          </a:lstStyle>
          <a:p>
            <a:pPr algn="r">
              <a:defRPr/>
            </a:pPr>
            <a:r>
              <a:rPr lang="de-DE"/>
              <a:t>Fußzeile mit weiteren Hinweisen </a:t>
            </a:r>
            <a:endParaRPr lang="de-DE" dirty="0"/>
          </a:p>
        </p:txBody>
      </p:sp>
      <p:sp>
        <p:nvSpPr>
          <p:cNvPr id="17" name="Rectangle 21"/>
          <p:cNvSpPr>
            <a:spLocks noGrp="1" noChangeArrowheads="1"/>
          </p:cNvSpPr>
          <p:nvPr>
            <p:ph type="sldNum" sz="quarter" idx="4"/>
          </p:nvPr>
        </p:nvSpPr>
        <p:spPr>
          <a:xfrm>
            <a:off x="552450" y="4839891"/>
            <a:ext cx="706438" cy="225028"/>
          </a:xfrm>
          <a:prstGeom prst="rect">
            <a:avLst/>
          </a:prstGeom>
        </p:spPr>
        <p:txBody>
          <a:bodyPr/>
          <a:lstStyle>
            <a:lvl1pPr eaLnBrk="0" hangingPunct="0">
              <a:defRPr sz="1050" b="1" smtClean="0">
                <a:solidFill>
                  <a:schemeClr val="bg1">
                    <a:lumMod val="50000"/>
                  </a:schemeClr>
                </a:solidFill>
                <a:ea typeface="ＭＳ Ｐゴシック" pitchFamily="34" charset="-128"/>
              </a:defRPr>
            </a:lvl1pPr>
          </a:lstStyle>
          <a:p>
            <a:pPr>
              <a:defRPr/>
            </a:pPr>
            <a:fld id="{EF82B18D-C707-4786-8163-FFCD341314AB}" type="slidenum">
              <a:rPr lang="de-DE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19" name="Text Box 7"/>
          <p:cNvSpPr txBox="1">
            <a:spLocks noChangeArrowheads="1"/>
          </p:cNvSpPr>
          <p:nvPr userDrawn="1"/>
        </p:nvSpPr>
        <p:spPr bwMode="auto">
          <a:xfrm>
            <a:off x="496889" y="195720"/>
            <a:ext cx="7343775" cy="3831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de-DE" sz="1050" b="1" dirty="0">
                <a:solidFill>
                  <a:srgbClr val="003087"/>
                </a:solidFill>
              </a:rPr>
              <a:t>Hessisches</a:t>
            </a:r>
            <a:r>
              <a:rPr lang="de-DE" sz="1050" b="1" baseline="0" dirty="0">
                <a:solidFill>
                  <a:srgbClr val="003087"/>
                </a:solidFill>
              </a:rPr>
              <a:t> Ministerium </a:t>
            </a:r>
            <a:br>
              <a:rPr lang="de-DE" sz="1050" b="1" baseline="0" dirty="0">
                <a:solidFill>
                  <a:srgbClr val="003087"/>
                </a:solidFill>
              </a:rPr>
            </a:br>
            <a:r>
              <a:rPr lang="de-DE" sz="1050" b="0" baseline="0" dirty="0">
                <a:solidFill>
                  <a:srgbClr val="003087"/>
                </a:solidFill>
              </a:rPr>
              <a:t>für Kultus, Bildung und Chancen</a:t>
            </a:r>
            <a:endParaRPr lang="de-DE" sz="900" b="0" dirty="0">
              <a:solidFill>
                <a:srgbClr val="003087"/>
              </a:solidFill>
            </a:endParaRPr>
          </a:p>
        </p:txBody>
      </p:sp>
      <p:grpSp>
        <p:nvGrpSpPr>
          <p:cNvPr id="2" name="Gruppieren 1"/>
          <p:cNvGrpSpPr/>
          <p:nvPr userDrawn="1"/>
        </p:nvGrpSpPr>
        <p:grpSpPr>
          <a:xfrm>
            <a:off x="3175" y="250031"/>
            <a:ext cx="252207" cy="1995488"/>
            <a:chOff x="3175" y="250031"/>
            <a:chExt cx="252207" cy="1995488"/>
          </a:xfrm>
        </p:grpSpPr>
        <p:sp>
          <p:nvSpPr>
            <p:cNvPr id="18" name="Rectangle 30"/>
            <p:cNvSpPr>
              <a:spLocks noChangeArrowheads="1"/>
            </p:cNvSpPr>
            <p:nvPr userDrawn="1"/>
          </p:nvSpPr>
          <p:spPr bwMode="auto">
            <a:xfrm>
              <a:off x="3175" y="250031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0" name="Rectangle 31"/>
            <p:cNvSpPr>
              <a:spLocks noChangeArrowheads="1"/>
            </p:cNvSpPr>
            <p:nvPr userDrawn="1"/>
          </p:nvSpPr>
          <p:spPr bwMode="auto">
            <a:xfrm>
              <a:off x="3175" y="694135"/>
              <a:ext cx="252000" cy="215503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1" name="Rectangle 32"/>
            <p:cNvSpPr>
              <a:spLocks noChangeArrowheads="1"/>
            </p:cNvSpPr>
            <p:nvPr userDrawn="1"/>
          </p:nvSpPr>
          <p:spPr bwMode="auto">
            <a:xfrm>
              <a:off x="3175" y="1138237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2" name="Rectangle 33"/>
            <p:cNvSpPr>
              <a:spLocks noChangeArrowheads="1"/>
            </p:cNvSpPr>
            <p:nvPr userDrawn="1"/>
          </p:nvSpPr>
          <p:spPr bwMode="auto">
            <a:xfrm>
              <a:off x="3175" y="1582341"/>
              <a:ext cx="252000" cy="215503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3" name="Rectangle 34"/>
            <p:cNvSpPr>
              <a:spLocks noChangeArrowheads="1"/>
            </p:cNvSpPr>
            <p:nvPr userDrawn="1"/>
          </p:nvSpPr>
          <p:spPr bwMode="auto">
            <a:xfrm>
              <a:off x="3382" y="2030015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</p:grpSp>
      <p:pic>
        <p:nvPicPr>
          <p:cNvPr id="5" name="Grafik 4" descr="Bildschirmausschnitt">
            <a:hlinkClick r:id="rId14"/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8404" y="227072"/>
            <a:ext cx="1141387" cy="30632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63" r:id="rId2"/>
    <p:sldLayoutId id="2147483688" r:id="rId3"/>
    <p:sldLayoutId id="2147483670" r:id="rId4"/>
    <p:sldLayoutId id="2147483666" r:id="rId5"/>
    <p:sldLayoutId id="2147483676" r:id="rId6"/>
    <p:sldLayoutId id="2147483677" r:id="rId7"/>
    <p:sldLayoutId id="2147483680" r:id="rId8"/>
    <p:sldLayoutId id="2147483687" r:id="rId9"/>
    <p:sldLayoutId id="2147483682" r:id="rId10"/>
    <p:sldLayoutId id="2147483678" r:id="rId11"/>
    <p:sldLayoutId id="2147483681" r:id="rId12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250" b="1">
          <a:solidFill>
            <a:srgbClr val="003087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250" b="1">
          <a:solidFill>
            <a:srgbClr val="003399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250" b="1">
          <a:solidFill>
            <a:srgbClr val="003399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250" b="1">
          <a:solidFill>
            <a:srgbClr val="003399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250" b="1">
          <a:solidFill>
            <a:srgbClr val="003399"/>
          </a:solidFill>
          <a:latin typeface="Arial" charset="0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sz="2250" b="1">
          <a:solidFill>
            <a:srgbClr val="003399"/>
          </a:solidFill>
          <a:latin typeface="Arial" charset="0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sz="2250" b="1">
          <a:solidFill>
            <a:srgbClr val="003399"/>
          </a:solidFill>
          <a:latin typeface="Arial" charset="0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sz="2250" b="1">
          <a:solidFill>
            <a:srgbClr val="003399"/>
          </a:solidFill>
          <a:latin typeface="Arial" charset="0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sz="2250" b="1">
          <a:solidFill>
            <a:srgbClr val="003399"/>
          </a:solidFill>
          <a:latin typeface="Arial" charset="0"/>
        </a:defRPr>
      </a:lvl9pPr>
    </p:titleStyle>
    <p:bodyStyle>
      <a:lvl1pPr marL="257175" indent="-257175" algn="l" rtl="0" eaLnBrk="1" fontAlgn="base" hangingPunct="1">
        <a:spcBef>
          <a:spcPct val="0"/>
        </a:spcBef>
        <a:spcAft>
          <a:spcPct val="15000"/>
        </a:spcAft>
        <a:buClr>
          <a:srgbClr val="003087"/>
        </a:buClr>
        <a:buSzPct val="70000"/>
        <a:buFont typeface="Wingdings" pitchFamily="2" charset="2"/>
        <a:buChar char="n"/>
        <a:defRPr sz="15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10000"/>
        </a:spcBef>
        <a:spcAft>
          <a:spcPct val="10000"/>
        </a:spcAft>
        <a:buClr>
          <a:srgbClr val="F00000"/>
        </a:buClr>
        <a:buSzPct val="100000"/>
        <a:buFont typeface="Arial" pitchFamily="34" charset="0"/>
        <a:buChar char="»"/>
        <a:defRPr>
          <a:solidFill>
            <a:schemeClr val="tx1"/>
          </a:solidFill>
          <a:latin typeface="+mn-lt"/>
        </a:defRPr>
      </a:lvl2pPr>
      <a:lvl3pPr marL="857250" indent="-171450" algn="l" rtl="0" eaLnBrk="1" fontAlgn="base" hangingPunct="1">
        <a:spcBef>
          <a:spcPct val="0"/>
        </a:spcBef>
        <a:spcAft>
          <a:spcPct val="0"/>
        </a:spcAft>
        <a:buClrTx/>
        <a:buFont typeface="Symbol" pitchFamily="18" charset="2"/>
        <a:buChar char="-"/>
        <a:defRPr sz="1200">
          <a:solidFill>
            <a:schemeClr val="tx1"/>
          </a:solidFill>
          <a:latin typeface="+mn-lt"/>
        </a:defRPr>
      </a:lvl3pPr>
      <a:lvl4pPr marL="1200150" indent="-171450" algn="l" rtl="0" eaLnBrk="1" fontAlgn="base" hangingPunct="1">
        <a:spcBef>
          <a:spcPct val="10000"/>
        </a:spcBef>
        <a:spcAft>
          <a:spcPct val="10000"/>
        </a:spcAft>
        <a:buClr>
          <a:schemeClr val="tx1"/>
        </a:buClr>
        <a:buChar char="•"/>
        <a:defRPr sz="1050">
          <a:solidFill>
            <a:schemeClr val="tx1"/>
          </a:solidFill>
          <a:latin typeface="+mn-lt"/>
        </a:defRPr>
      </a:lvl4pPr>
      <a:lvl5pPr marL="1543050" indent="-171450" algn="l" rtl="0" eaLnBrk="1" fontAlgn="base" hangingPunct="1">
        <a:spcBef>
          <a:spcPct val="10000"/>
        </a:spcBef>
        <a:spcAft>
          <a:spcPct val="10000"/>
        </a:spcAft>
        <a:buSzPct val="75000"/>
        <a:buFont typeface="Courier New" pitchFamily="49" charset="0"/>
        <a:buChar char="o"/>
        <a:defRPr sz="900">
          <a:solidFill>
            <a:schemeClr val="tx1"/>
          </a:solidFill>
          <a:latin typeface="+mn-lt"/>
        </a:defRPr>
      </a:lvl5pPr>
      <a:lvl6pPr marL="1885950" indent="-171450" algn="l" rtl="0" eaLnBrk="1" fontAlgn="base" hangingPunct="1">
        <a:spcBef>
          <a:spcPct val="10000"/>
        </a:spcBef>
        <a:spcAft>
          <a:spcPct val="10000"/>
        </a:spcAft>
        <a:buChar char="•"/>
        <a:defRPr sz="900">
          <a:solidFill>
            <a:schemeClr val="tx1"/>
          </a:solidFill>
          <a:latin typeface="+mn-lt"/>
        </a:defRPr>
      </a:lvl6pPr>
      <a:lvl7pPr marL="2228850" indent="-171450" algn="l" rtl="0" eaLnBrk="1" fontAlgn="base" hangingPunct="1">
        <a:spcBef>
          <a:spcPct val="10000"/>
        </a:spcBef>
        <a:spcAft>
          <a:spcPct val="10000"/>
        </a:spcAft>
        <a:buChar char="•"/>
        <a:defRPr sz="900">
          <a:solidFill>
            <a:schemeClr val="tx1"/>
          </a:solidFill>
          <a:latin typeface="+mn-lt"/>
        </a:defRPr>
      </a:lvl7pPr>
      <a:lvl8pPr marL="2571750" indent="-171450" algn="l" rtl="0" eaLnBrk="1" fontAlgn="base" hangingPunct="1">
        <a:spcBef>
          <a:spcPct val="10000"/>
        </a:spcBef>
        <a:spcAft>
          <a:spcPct val="10000"/>
        </a:spcAft>
        <a:buChar char="•"/>
        <a:defRPr sz="900">
          <a:solidFill>
            <a:schemeClr val="tx1"/>
          </a:solidFill>
          <a:latin typeface="+mn-lt"/>
        </a:defRPr>
      </a:lvl8pPr>
      <a:lvl9pPr marL="2914650" indent="-171450" algn="l" rtl="0" eaLnBrk="1" fontAlgn="base" hangingPunct="1">
        <a:spcBef>
          <a:spcPct val="10000"/>
        </a:spcBef>
        <a:spcAft>
          <a:spcPct val="10000"/>
        </a:spcAft>
        <a:buChar char="•"/>
        <a:defRPr sz="9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tertitel 1">
            <a:extLst>
              <a:ext uri="{FF2B5EF4-FFF2-40B4-BE49-F238E27FC236}">
                <a16:creationId xmlns:a16="http://schemas.microsoft.com/office/drawing/2014/main" id="{F7E26FBC-236A-73A4-B234-98DF3C1FF6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71D9A68A-2088-E3AE-7438-57AA982B2F57}"/>
              </a:ext>
            </a:extLst>
          </p:cNvPr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55106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tertitel 1">
            <a:extLst>
              <a:ext uri="{FF2B5EF4-FFF2-40B4-BE49-F238E27FC236}">
                <a16:creationId xmlns:a16="http://schemas.microsoft.com/office/drawing/2014/main" id="{78C49665-92A4-175E-3B79-4AF9BA4154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9B80D9B9-5D0F-F5F1-26CC-A95D08C75AFF}"/>
              </a:ext>
            </a:extLst>
          </p:cNvPr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5E295833-8D44-8332-18E7-6B563707F10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30619623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0434BD1-BE86-4240-9DC7-FD988E919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A4374C2-55B8-1F95-5637-BC6B87EDADD2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80D8169-47E9-4C41-A2C1-0ACE90524791}" type="datetime1">
              <a:rPr lang="de-DE" smtClean="0"/>
              <a:t>11.03.2026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EA54849-089E-DD80-13AF-A204D1B5F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>
              <a:defRPr/>
            </a:pPr>
            <a:r>
              <a:rPr lang="de-DE"/>
              <a:t>Fußzeile mit weiteren Hinweisen 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2AB6470-1193-7B27-525F-EF45B83FB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2B18D-C707-4786-8163-FFCD341314AB}" type="slidenum">
              <a:rPr lang="de-DE" smtClean="0"/>
              <a:pPr>
                <a:defRPr/>
              </a:pPr>
              <a:t>3</a:t>
            </a:fld>
            <a:endParaRPr lang="de-DE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6F4BF8E4-E905-6D04-E8F1-587D8E69CC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154571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0489EB-777A-7E31-4D97-BBF43CCFF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0FDDEFD-1B82-92D5-07F2-FBF96CBDBFE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70C90F2-01D9-4AA5-A85C-27A63631B086}" type="datetime1">
              <a:rPr lang="de-DE" smtClean="0"/>
              <a:t>11.03.2026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0D112CE-B33F-FF70-4EB5-3F4793665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>
              <a:defRPr/>
            </a:pPr>
            <a:r>
              <a:rPr lang="de-DE"/>
              <a:t>Fußzeile mit weiteren Hinweisen 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CE83064-A2B9-3591-F258-3D75A4B4E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2B18D-C707-4786-8163-FFCD341314AB}" type="slidenum">
              <a:rPr lang="de-DE" smtClean="0"/>
              <a:pPr>
                <a:defRPr/>
              </a:pPr>
              <a:t>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85664447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45920" y="1463040"/>
            <a:ext cx="20116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800" b="1">
                <a:solidFill>
                  <a:srgbClr val="0B4F9C"/>
                </a:solidFill>
              </a:defRPr>
            </a:pPr>
            <a:r>
              <a:t>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0" y="1463040"/>
            <a:ext cx="20116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800" b="1">
                <a:solidFill>
                  <a:srgbClr val="0B4F9C"/>
                </a:solidFill>
              </a:defRPr>
            </a:pPr>
            <a:r>
              <a:t>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0" y="1463040"/>
            <a:ext cx="20116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800" b="1">
                <a:solidFill>
                  <a:srgbClr val="0B4F9C"/>
                </a:solidFill>
              </a:defRPr>
            </a:pPr>
            <a:r>
              <a:t>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3840480"/>
            <a:ext cx="20116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800" b="1">
                <a:solidFill>
                  <a:srgbClr val="0B4F9C"/>
                </a:solidFill>
              </a:defRPr>
            </a:pPr>
            <a:r>
              <a:t>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0" y="3840480"/>
            <a:ext cx="20116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800" b="1">
                <a:solidFill>
                  <a:srgbClr val="0B4F9C"/>
                </a:solidFill>
              </a:defRPr>
            </a:pPr>
            <a:r>
              <a:t>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0" y="3840480"/>
            <a:ext cx="20116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800" b="1">
                <a:solidFill>
                  <a:srgbClr val="0B4F9C"/>
                </a:solidFill>
              </a:defRPr>
            </a:pPr>
            <a:r>
              <a:t>◎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KM_GrunddesignPPT">
  <a:themeElements>
    <a:clrScheme name="ppt-Vorlage_IQ-Standard_2011 15">
      <a:dk1>
        <a:srgbClr val="000000"/>
      </a:dk1>
      <a:lt1>
        <a:srgbClr val="FFFFFF"/>
      </a:lt1>
      <a:dk2>
        <a:srgbClr val="004B95"/>
      </a:dk2>
      <a:lt2>
        <a:srgbClr val="C0C0C0"/>
      </a:lt2>
      <a:accent1>
        <a:srgbClr val="799BC5"/>
      </a:accent1>
      <a:accent2>
        <a:srgbClr val="DB2D36"/>
      </a:accent2>
      <a:accent3>
        <a:srgbClr val="FFFFFF"/>
      </a:accent3>
      <a:accent4>
        <a:srgbClr val="000000"/>
      </a:accent4>
      <a:accent5>
        <a:srgbClr val="BECBDF"/>
      </a:accent5>
      <a:accent6>
        <a:srgbClr val="C62830"/>
      </a:accent6>
      <a:hlink>
        <a:srgbClr val="004B95"/>
      </a:hlink>
      <a:folHlink>
        <a:srgbClr val="808080"/>
      </a:folHlink>
    </a:clrScheme>
    <a:fontScheme name="ppt-Vorlage_IQ-Standard_201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pt-Vorlage_IQ-Standard_2011 1">
        <a:dk1>
          <a:srgbClr val="25252F"/>
        </a:dk1>
        <a:lt1>
          <a:srgbClr val="9999FF"/>
        </a:lt1>
        <a:dk2>
          <a:srgbClr val="000000"/>
        </a:dk2>
        <a:lt2>
          <a:srgbClr val="FFFFFF"/>
        </a:lt2>
        <a:accent1>
          <a:srgbClr val="3366FF"/>
        </a:accent1>
        <a:accent2>
          <a:srgbClr val="003399"/>
        </a:accent2>
        <a:accent3>
          <a:srgbClr val="AAAAAA"/>
        </a:accent3>
        <a:accent4>
          <a:srgbClr val="8282DA"/>
        </a:accent4>
        <a:accent5>
          <a:srgbClr val="ADB8FF"/>
        </a:accent5>
        <a:accent6>
          <a:srgbClr val="002D8A"/>
        </a:accent6>
        <a:hlink>
          <a:srgbClr val="009999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-Vorlage_IQ-Standard_2011 2">
        <a:dk1>
          <a:srgbClr val="314183"/>
        </a:dk1>
        <a:lt1>
          <a:srgbClr val="FFFFFF"/>
        </a:lt1>
        <a:dk2>
          <a:srgbClr val="0B1E45"/>
        </a:dk2>
        <a:lt2>
          <a:srgbClr val="FFFFFF"/>
        </a:lt2>
        <a:accent1>
          <a:srgbClr val="6666FF"/>
        </a:accent1>
        <a:accent2>
          <a:srgbClr val="0066FF"/>
        </a:accent2>
        <a:accent3>
          <a:srgbClr val="AAABB0"/>
        </a:accent3>
        <a:accent4>
          <a:srgbClr val="DADADA"/>
        </a:accent4>
        <a:accent5>
          <a:srgbClr val="B8B8FF"/>
        </a:accent5>
        <a:accent6>
          <a:srgbClr val="005CE7"/>
        </a:accent6>
        <a:hlink>
          <a:srgbClr val="006699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-Vorlage_IQ-Standard_2011 3">
        <a:dk1>
          <a:srgbClr val="194349"/>
        </a:dk1>
        <a:lt1>
          <a:srgbClr val="FFFFCC"/>
        </a:lt1>
        <a:dk2>
          <a:srgbClr val="006666"/>
        </a:dk2>
        <a:lt2>
          <a:srgbClr val="FFFFFF"/>
        </a:lt2>
        <a:accent1>
          <a:srgbClr val="99CC00"/>
        </a:accent1>
        <a:accent2>
          <a:srgbClr val="00B6B2"/>
        </a:accent2>
        <a:accent3>
          <a:srgbClr val="AAB8B8"/>
        </a:accent3>
        <a:accent4>
          <a:srgbClr val="DADAAE"/>
        </a:accent4>
        <a:accent5>
          <a:srgbClr val="CAE2AA"/>
        </a:accent5>
        <a:accent6>
          <a:srgbClr val="00A5A1"/>
        </a:accent6>
        <a:hlink>
          <a:srgbClr val="669900"/>
        </a:hlink>
        <a:folHlink>
          <a:srgbClr val="6666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-Vorlage_IQ-Standard_2011 4">
        <a:dk1>
          <a:srgbClr val="194349"/>
        </a:dk1>
        <a:lt1>
          <a:srgbClr val="FFFFCC"/>
        </a:lt1>
        <a:dk2>
          <a:srgbClr val="0000FF"/>
        </a:dk2>
        <a:lt2>
          <a:srgbClr val="FFFFFF"/>
        </a:lt2>
        <a:accent1>
          <a:srgbClr val="0099FF"/>
        </a:accent1>
        <a:accent2>
          <a:srgbClr val="33CC33"/>
        </a:accent2>
        <a:accent3>
          <a:srgbClr val="AAAAFF"/>
        </a:accent3>
        <a:accent4>
          <a:srgbClr val="DADAAE"/>
        </a:accent4>
        <a:accent5>
          <a:srgbClr val="AACAFF"/>
        </a:accent5>
        <a:accent6>
          <a:srgbClr val="2DB92D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-Vorlage_IQ-Standard_2011 5">
        <a:dk1>
          <a:srgbClr val="194349"/>
        </a:dk1>
        <a:lt1>
          <a:srgbClr val="FFFFCC"/>
        </a:lt1>
        <a:dk2>
          <a:srgbClr val="72A497"/>
        </a:dk2>
        <a:lt2>
          <a:srgbClr val="000000"/>
        </a:lt2>
        <a:accent1>
          <a:srgbClr val="805D32"/>
        </a:accent1>
        <a:accent2>
          <a:srgbClr val="7D2F3C"/>
        </a:accent2>
        <a:accent3>
          <a:srgbClr val="BCCFC9"/>
        </a:accent3>
        <a:accent4>
          <a:srgbClr val="DADAAE"/>
        </a:accent4>
        <a:accent5>
          <a:srgbClr val="C0B6AD"/>
        </a:accent5>
        <a:accent6>
          <a:srgbClr val="712A35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-Vorlage_IQ-Standard_2011 6">
        <a:dk1>
          <a:srgbClr val="1C1C1C"/>
        </a:dk1>
        <a:lt1>
          <a:srgbClr val="FFFFFF"/>
        </a:lt1>
        <a:dk2>
          <a:srgbClr val="710F0F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BB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666699"/>
        </a:hlink>
        <a:folHlink>
          <a:srgbClr val="99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-Vorlage_IQ-Standard_2011 7">
        <a:dk1>
          <a:srgbClr val="336666"/>
        </a:dk1>
        <a:lt1>
          <a:srgbClr val="FFFFFF"/>
        </a:lt1>
        <a:dk2>
          <a:srgbClr val="000000"/>
        </a:dk2>
        <a:lt2>
          <a:srgbClr val="666699"/>
        </a:lt2>
        <a:accent1>
          <a:srgbClr val="99CCCC"/>
        </a:accent1>
        <a:accent2>
          <a:srgbClr val="CCCCCC"/>
        </a:accent2>
        <a:accent3>
          <a:srgbClr val="FFFFFF"/>
        </a:accent3>
        <a:accent4>
          <a:srgbClr val="2A5656"/>
        </a:accent4>
        <a:accent5>
          <a:srgbClr val="CAE2E2"/>
        </a:accent5>
        <a:accent6>
          <a:srgbClr val="B9B9B9"/>
        </a:accent6>
        <a:hlink>
          <a:srgbClr val="00666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-Vorlage_IQ-Standard_2011 8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336699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-Vorlage_IQ-Standard_2011 9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CC3300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E2ADAA"/>
        </a:accent5>
        <a:accent6>
          <a:srgbClr val="B98A00"/>
        </a:accent6>
        <a:hlink>
          <a:srgbClr val="CC66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-Vorlage_IQ-Standard_2011 10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666699"/>
        </a:accent1>
        <a:accent2>
          <a:srgbClr val="9999FF"/>
        </a:accent2>
        <a:accent3>
          <a:srgbClr val="FFFFFF"/>
        </a:accent3>
        <a:accent4>
          <a:srgbClr val="000000"/>
        </a:accent4>
        <a:accent5>
          <a:srgbClr val="B8B8CA"/>
        </a:accent5>
        <a:accent6>
          <a:srgbClr val="8A8AE7"/>
        </a:accent6>
        <a:hlink>
          <a:srgbClr val="3366FF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-Vorlage_IQ-Standard_2011 11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799BC5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ECBDF"/>
        </a:accent5>
        <a:accent6>
          <a:srgbClr val="E70000"/>
        </a:accent6>
        <a:hlink>
          <a:srgbClr val="003399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-Vorlage_IQ-Standard_2011 12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BCCDE2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DAE3EE"/>
        </a:accent5>
        <a:accent6>
          <a:srgbClr val="E70000"/>
        </a:accent6>
        <a:hlink>
          <a:srgbClr val="003399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-Vorlage_IQ-Standard_2011 13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799BC5"/>
        </a:accent1>
        <a:accent2>
          <a:srgbClr val="DB2D36"/>
        </a:accent2>
        <a:accent3>
          <a:srgbClr val="FFFFFF"/>
        </a:accent3>
        <a:accent4>
          <a:srgbClr val="000000"/>
        </a:accent4>
        <a:accent5>
          <a:srgbClr val="BECBDF"/>
        </a:accent5>
        <a:accent6>
          <a:srgbClr val="C62830"/>
        </a:accent6>
        <a:hlink>
          <a:srgbClr val="003399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-Vorlage_IQ-Standard_2011 14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799BC5"/>
        </a:accent1>
        <a:accent2>
          <a:srgbClr val="DB2D36"/>
        </a:accent2>
        <a:accent3>
          <a:srgbClr val="FFFFFF"/>
        </a:accent3>
        <a:accent4>
          <a:srgbClr val="000000"/>
        </a:accent4>
        <a:accent5>
          <a:srgbClr val="BECBDF"/>
        </a:accent5>
        <a:accent6>
          <a:srgbClr val="C62830"/>
        </a:accent6>
        <a:hlink>
          <a:srgbClr val="004B95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-Vorlage_IQ-Standard_2011 15">
        <a:dk1>
          <a:srgbClr val="000000"/>
        </a:dk1>
        <a:lt1>
          <a:srgbClr val="FFFFFF"/>
        </a:lt1>
        <a:dk2>
          <a:srgbClr val="004B95"/>
        </a:dk2>
        <a:lt2>
          <a:srgbClr val="C0C0C0"/>
        </a:lt2>
        <a:accent1>
          <a:srgbClr val="799BC5"/>
        </a:accent1>
        <a:accent2>
          <a:srgbClr val="DB2D36"/>
        </a:accent2>
        <a:accent3>
          <a:srgbClr val="FFFFFF"/>
        </a:accent3>
        <a:accent4>
          <a:srgbClr val="000000"/>
        </a:accent4>
        <a:accent5>
          <a:srgbClr val="BECBDF"/>
        </a:accent5>
        <a:accent6>
          <a:srgbClr val="C62830"/>
        </a:accent6>
        <a:hlink>
          <a:srgbClr val="004B95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-Vorlage_IQ-Standard_2011 16">
        <a:dk1>
          <a:srgbClr val="000000"/>
        </a:dk1>
        <a:lt1>
          <a:srgbClr val="FFFFFF"/>
        </a:lt1>
        <a:dk2>
          <a:srgbClr val="004B95"/>
        </a:dk2>
        <a:lt2>
          <a:srgbClr val="C0C0C0"/>
        </a:lt2>
        <a:accent1>
          <a:srgbClr val="FFCC00"/>
        </a:accent1>
        <a:accent2>
          <a:srgbClr val="DB2D36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C62830"/>
        </a:accent6>
        <a:hlink>
          <a:srgbClr val="004B95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hmkb-folienvorlage_16zu9.pptx" id="{BA8D154A-E729-4E84-A4F1-AC64C705522D}" vid="{DC796774-9861-4D77-840E-A98AB6EA070D}"/>
    </a:ext>
  </a:extLst>
</a:theme>
</file>

<file path=ppt/theme/theme2.xml><?xml version="1.0" encoding="utf-8"?>
<a:theme xmlns:a="http://schemas.openxmlformats.org/drawingml/2006/main" name="Lariss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0057EFD54097B4438E7A80F3D1373265" ma:contentTypeVersion="1" ma:contentTypeDescription="Ein neues Dokument erstellen." ma:contentTypeScope="" ma:versionID="834bd551b14fcde88a9c6a4a0bf530df">
  <xsd:schema xmlns:xsd="http://www.w3.org/2001/XMLSchema" xmlns:xs="http://www.w3.org/2001/XMLSchema" xmlns:p="http://schemas.microsoft.com/office/2006/metadata/properties" xmlns:ns2="8637de2c-6bc0-411d-bf65-aa36b7f9c66d" targetNamespace="http://schemas.microsoft.com/office/2006/metadata/properties" ma:root="true" ma:fieldsID="e455fcda4cde3aa6122f413ba46336a9" ns2:_="">
    <xsd:import namespace="8637de2c-6bc0-411d-bf65-aa36b7f9c66d"/>
    <xsd:element name="properties">
      <xsd:complexType>
        <xsd:sequence>
          <xsd:element name="documentManagement">
            <xsd:complexType>
              <xsd:all>
                <xsd:element ref="ns2:SharedWithUser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37de2c-6bc0-411d-bf65-aa36b7f9c66d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D209D72-484E-46E5-8AF5-E4C907679F9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00017A1-94BC-4394-9852-7E0A4C91927E}">
  <ds:schemaRefs>
    <ds:schemaRef ds:uri="http://purl.org/dc/terms/"/>
    <ds:schemaRef ds:uri="8637de2c-6bc0-411d-bf65-aa36b7f9c66d"/>
    <ds:schemaRef ds:uri="http://schemas.openxmlformats.org/package/2006/metadata/core-properties"/>
    <ds:schemaRef ds:uri="http://schemas.microsoft.com/office/infopath/2007/PartnerControls"/>
    <ds:schemaRef ds:uri="http://schemas.microsoft.com/office/2006/metadata/properties"/>
    <ds:schemaRef ds:uri="http://purl.org/dc/elements/1.1/"/>
    <ds:schemaRef ds:uri="http://schemas.microsoft.com/office/2006/documentManagement/types"/>
    <ds:schemaRef ds:uri="http://purl.org/dc/dcmitype/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E81B246F-A24C-4FF5-9599-4E67AE3D466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637de2c-6bc0-411d-bf65-aa36b7f9c66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hmkb-folienvorlage_16zu9</Template>
  <TotalTime>0</TotalTime>
  <Words>12</Words>
  <Application>Microsoft Office PowerPoint</Application>
  <PresentationFormat>Bildschirmpräsentation (16:9)</PresentationFormat>
  <Paragraphs>6</Paragraphs>
  <Slides>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10" baseType="lpstr">
      <vt:lpstr>ＭＳ Ｐゴシック</vt:lpstr>
      <vt:lpstr>Arial</vt:lpstr>
      <vt:lpstr>Courier New</vt:lpstr>
      <vt:lpstr>Symbol</vt:lpstr>
      <vt:lpstr>Wingdings</vt:lpstr>
      <vt:lpstr>HKM_GrunddesignPPT</vt:lpstr>
      <vt:lpstr>PowerPoint-Präsentation</vt:lpstr>
      <vt:lpstr>PowerPoint-Präsentation</vt:lpstr>
      <vt:lpstr>PowerPoint-Präsentation</vt:lpstr>
      <vt:lpstr>PowerPoint-Präsentation</vt:lpstr>
    </vt:vector>
  </TitlesOfParts>
  <Company>Land Hessen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Titelfolie – Standard</dc:title>
  <dc:creator>Rheingans, Kerstin (HMKB)</dc:creator>
  <cp:lastModifiedBy>Bonhoff, Sarah (HMKB)</cp:lastModifiedBy>
  <cp:revision>6</cp:revision>
  <dcterms:created xsi:type="dcterms:W3CDTF">2025-04-16T11:33:11Z</dcterms:created>
  <dcterms:modified xsi:type="dcterms:W3CDTF">2026-03-11T14:42:47Z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0x0101000057EFD54097B4438E7A80F3D1373265</vt:lpwstr>
  </property>
</Properties>
</file>