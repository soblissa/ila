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tmp" ContentType="image/png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slideLayouts/slideLayout3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4" r:id="rId4"/>
    <p:sldMasterId id="2147483783" r:id="rId5"/>
    <p:sldMasterId id="2147483785" r:id="rId6"/>
  </p:sldMasterIdLst>
  <p:notesMasterIdLst>
    <p:notesMasterId r:id="rId17"/>
  </p:notesMasterIdLst>
  <p:sldIdLst>
    <p:sldId id="256" r:id="rId7"/>
    <p:sldId id="5017" r:id="rId8"/>
    <p:sldId id="5024" r:id="rId9"/>
    <p:sldId id="5035" r:id="rId10"/>
    <p:sldId id="5041" r:id="rId11"/>
    <p:sldId id="5037" r:id="rId12"/>
    <p:sldId id="5036" r:id="rId13"/>
    <p:sldId id="5038" r:id="rId14"/>
    <p:sldId id="5040" r:id="rId15"/>
    <p:sldId id="5039" r:id="rId16"/>
  </p:sldIdLst>
  <p:sldSz cx="12192000" cy="6858000"/>
  <p:notesSz cx="6797675" cy="9928225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6" pos="7333" userDrawn="1">
          <p15:clr>
            <a:srgbClr val="A4A3A4"/>
          </p15:clr>
        </p15:guide>
        <p15:guide id="7" pos="6335" userDrawn="1">
          <p15:clr>
            <a:srgbClr val="A4A3A4"/>
          </p15:clr>
        </p15:guide>
        <p15:guide id="16" pos="7015" userDrawn="1">
          <p15:clr>
            <a:srgbClr val="A4A3A4"/>
          </p15:clr>
        </p15:guide>
        <p15:guide id="17" orient="horz" pos="3475" userDrawn="1">
          <p15:clr>
            <a:srgbClr val="A4A3A4"/>
          </p15:clr>
        </p15:guide>
        <p15:guide id="18" orient="horz" pos="686" userDrawn="1">
          <p15:clr>
            <a:srgbClr val="A4A3A4"/>
          </p15:clr>
        </p15:guide>
        <p15:guide id="19" orient="horz" pos="3271" userDrawn="1">
          <p15:clr>
            <a:srgbClr val="A4A3A4"/>
          </p15:clr>
        </p15:guide>
        <p15:guide id="20" orient="horz" pos="1071" userDrawn="1">
          <p15:clr>
            <a:srgbClr val="A4A3A4"/>
          </p15:clr>
        </p15:guide>
        <p15:guide id="21" pos="257" userDrawn="1">
          <p15:clr>
            <a:srgbClr val="A4A3A4"/>
          </p15:clr>
        </p15:guide>
        <p15:guide id="22" pos="1118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Bärmann, Christian (HKM)" initials="BC(" lastIdx="1" clrIdx="0"/>
  <p:cmAuthor id="2" name="Miehle, Tanja (HKM)" initials="MT(" lastIdx="1" clrIdx="1">
    <p:extLst>
      <p:ext uri="{19B8F6BF-5375-455C-9EA6-DF929625EA0E}">
        <p15:presenceInfo xmlns:p15="http://schemas.microsoft.com/office/powerpoint/2012/main" userId="Miehle, Tanja (HKM)" providerId="None"/>
      </p:ext>
    </p:extLst>
  </p:cmAuthor>
  <p:cmAuthor id="3" name="Kiona Mae Higgins - Kuubera UG" initials="KMHKU" lastIdx="3" clrIdx="2">
    <p:extLst>
      <p:ext uri="{19B8F6BF-5375-455C-9EA6-DF929625EA0E}">
        <p15:presenceInfo xmlns:p15="http://schemas.microsoft.com/office/powerpoint/2012/main" userId="Kiona Mae Higgins - Kuubera UG" providerId="None"/>
      </p:ext>
    </p:extLst>
  </p:cmAuthor>
  <p:cmAuthor id="4" name="Lenz, Dirk (HKM)" initials="LD(" lastIdx="5" clrIdx="3"/>
  <p:cmAuthor id="5" name="Reimann-Luckas, Brunhilde (HKM)" initials="RBL" lastIdx="4" clrIdx="4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2D72"/>
    <a:srgbClr val="A40000"/>
    <a:srgbClr val="7FD3AF"/>
    <a:srgbClr val="1DF7A4"/>
    <a:srgbClr val="C8FDE9"/>
    <a:srgbClr val="000000"/>
    <a:srgbClr val="E7F1FF"/>
    <a:srgbClr val="3FBB86"/>
    <a:srgbClr val="5CC89A"/>
    <a:srgbClr val="28765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3800DBB-D4EE-4044-BCD3-8153B7BEDC61}" v="1" dt="2025-07-24T07:56:35.36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ittlere Formatvorlage 2 - Akz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777" autoAdjust="0"/>
    <p:restoredTop sz="93690" autoAdjust="0"/>
  </p:normalViewPr>
  <p:slideViewPr>
    <p:cSldViewPr snapToGrid="0" showGuides="1">
      <p:cViewPr varScale="1">
        <p:scale>
          <a:sx n="56" d="100"/>
          <a:sy n="56" d="100"/>
        </p:scale>
        <p:origin x="1236" y="44"/>
      </p:cViewPr>
      <p:guideLst>
        <p:guide pos="7333"/>
        <p:guide pos="6335"/>
        <p:guide pos="7015"/>
        <p:guide orient="horz" pos="3475"/>
        <p:guide orient="horz" pos="686"/>
        <p:guide orient="horz" pos="3271"/>
        <p:guide orient="horz" pos="1071"/>
        <p:guide pos="257"/>
        <p:guide pos="1118"/>
      </p:guideLst>
    </p:cSldViewPr>
  </p:slideViewPr>
  <p:notesTextViewPr>
    <p:cViewPr>
      <p:scale>
        <a:sx n="3" d="2"/>
        <a:sy n="3" d="2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notesViewPr>
    <p:cSldViewPr snapToGrid="0" showGuides="1">
      <p:cViewPr varScale="1">
        <p:scale>
          <a:sx n="61" d="100"/>
          <a:sy n="61" d="100"/>
        </p:scale>
        <p:origin x="3182" y="72"/>
      </p:cViewPr>
      <p:guideLst/>
    </p:cSldViewPr>
  </p:notesViewPr>
  <p:gridSpacing cx="36004" cy="36004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2.xml"/><Relationship Id="rId13" Type="http://schemas.openxmlformats.org/officeDocument/2006/relationships/slide" Target="slides/slide7.xml"/><Relationship Id="rId18" Type="http://schemas.openxmlformats.org/officeDocument/2006/relationships/commentAuthors" Target="commentAuthors.xml"/><Relationship Id="rId3" Type="http://schemas.openxmlformats.org/officeDocument/2006/relationships/customXml" Target="../customXml/item3.xml"/><Relationship Id="rId21" Type="http://schemas.openxmlformats.org/officeDocument/2006/relationships/theme" Target="theme/theme1.xml"/><Relationship Id="rId7" Type="http://schemas.openxmlformats.org/officeDocument/2006/relationships/slide" Target="slides/slide1.xml"/><Relationship Id="rId12" Type="http://schemas.openxmlformats.org/officeDocument/2006/relationships/slide" Target="slides/slide6.xml"/><Relationship Id="rId17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0.xml"/><Relationship Id="rId20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" Target="slides/slide5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9.xml"/><Relationship Id="rId23" Type="http://schemas.microsoft.com/office/2015/10/relationships/revisionInfo" Target="revisionInfo.xml"/><Relationship Id="rId10" Type="http://schemas.openxmlformats.org/officeDocument/2006/relationships/slide" Target="slides/slide4.xml"/><Relationship Id="rId19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14" Type="http://schemas.openxmlformats.org/officeDocument/2006/relationships/slide" Target="slides/slide8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813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50443" y="0"/>
            <a:ext cx="2945659" cy="49813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7613394-971A-49B5-B883-6848C7F52563}" type="datetimeFigureOut">
              <a:rPr lang="de-DE" smtClean="0"/>
              <a:t>11.03.2026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1241425"/>
            <a:ext cx="5953125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79768" y="4777958"/>
            <a:ext cx="5438140" cy="3909239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Formatvorlagen des Textmasters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9430091"/>
            <a:ext cx="2945659" cy="49813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50443" y="9430091"/>
            <a:ext cx="2945659" cy="49813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47FA310-AB82-47D3-938D-41392B0C3C4E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6961811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  <p:extLst>
    <p:ext uri="{620B2872-D7B9-4A21-9093-7833F8D536E1}">
      <p15:sldGuideLst xmlns:p15="http://schemas.microsoft.com/office/powerpoint/2012/main">
        <p15:guide id="1" orient="horz" pos="3127" userDrawn="1">
          <p15:clr>
            <a:srgbClr val="F26B43"/>
          </p15:clr>
        </p15:guide>
        <p15:guide id="2" pos="2141" userDrawn="1">
          <p15:clr>
            <a:srgbClr val="F26B43"/>
          </p15:clr>
        </p15:guide>
      </p15:sldGuideLst>
    </p:ext>
  </p:extLst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35461C-A5A8-5D3F-30C7-3D85CEB3FD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AF2525BE-8302-B997-ECA0-B2BEFE67BD5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25CF8C8E-B6B6-D8B7-DA3E-37506E42C79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4A8FD687-F849-9E8F-0FDE-4F73D5AFE80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47FA310-AB82-47D3-938D-41392B0C3C4E}" type="slidenum">
              <a:rPr lang="de-DE" smtClean="0"/>
              <a:t>2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07615023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35461C-A5A8-5D3F-30C7-3D85CEB3FD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AF2525BE-8302-B997-ECA0-B2BEFE67BD5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25CF8C8E-B6B6-D8B7-DA3E-37506E42C79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4A8FD687-F849-9E8F-0FDE-4F73D5AFE80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47FA310-AB82-47D3-938D-41392B0C3C4E}" type="slidenum">
              <a:rPr lang="de-DE" smtClean="0"/>
              <a:t>3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8405198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F29FCD-0368-0973-0793-B6A3C757D0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F47961B7-C34C-6CD1-7987-A40C5891D33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53C5E640-6886-D5DE-D0A8-1F37935E500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729A2D59-70B0-D0CE-18C0-1C44330C351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47FA310-AB82-47D3-938D-41392B0C3C4E}" type="slidenum">
              <a:rPr lang="de-DE" smtClean="0"/>
              <a:t>4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88423160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4C8E5F-9FB3-7FED-34E3-DC1AF5D2CA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74E3A726-11FA-43F8-1A51-B9E93629E8F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8FE45B78-17CB-238E-4F1F-03C78CA6101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660E07B1-BFE7-F6BD-8B71-97E1E7F5F47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47FA310-AB82-47D3-938D-41392B0C3C4E}" type="slidenum">
              <a:rPr lang="de-DE" smtClean="0"/>
              <a:t>5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79437387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B3B623-1E0D-3D98-0769-ED8AFA0496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84E19FBE-442B-ECE9-D325-1578A40653B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C290C22F-179A-B5A3-DAAB-B9DE5A670DF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01AF74D5-5D5D-CC6D-9A27-D31D72AB110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47FA310-AB82-47D3-938D-41392B0C3C4E}" type="slidenum">
              <a:rPr lang="de-DE" smtClean="0"/>
              <a:t>6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66529425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0B4353-C0AA-AA06-C5F2-3C46ED268C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F1BF1F3B-9BAE-FE1C-78E2-4C744074B6D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FA31A96A-48E7-F75E-DFFB-469A04E143E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CDA9A960-32E1-501F-A17D-16EA25C50BE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47FA310-AB82-47D3-938D-41392B0C3C4E}" type="slidenum">
              <a:rPr lang="de-DE" smtClean="0"/>
              <a:t>7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49444086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AE0C71-9338-C513-B21F-876E2AE414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1A813CD0-A5C2-A39C-9C62-41035D0AD46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53C1C712-26C9-0E2A-94AB-9F5909B980D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47FE4726-149A-4A15-F282-E433B15FCFC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47FA310-AB82-47D3-938D-41392B0C3C4E}" type="slidenum">
              <a:rPr lang="de-DE" smtClean="0"/>
              <a:t>8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15959885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EA0BD3-2D0F-909C-4BF6-9C78B2783B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2E68C950-B987-DDED-FB39-9462957EBED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FE3A1097-47AB-2505-A7B6-3696C604538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8AD76101-764F-EADC-747A-31AC4E4FAD5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47FA310-AB82-47D3-938D-41392B0C3C4E}" type="slidenum">
              <a:rPr lang="de-DE" smtClean="0"/>
              <a:t>9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03584044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41FEF0-5C5F-CF09-3C3D-DF15143802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D6B5AC80-76C2-A5EE-7B77-3FF625900C7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8759CA45-0B5F-83A6-11D0-CB3A7420D7F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419B3BDA-EEB9-9126-2F1D-9BFA67508AC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47FA310-AB82-47D3-938D-41392B0C3C4E}" type="slidenum">
              <a:rPr lang="de-DE" smtClean="0"/>
              <a:t>10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01383026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tmp"/><Relationship Id="rId2" Type="http://schemas.openxmlformats.org/officeDocument/2006/relationships/hyperlink" Target="https://kultus.hessen.de/" TargetMode="Externa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buClr>
                <a:srgbClr val="C00000"/>
              </a:buClr>
              <a:buFont typeface="Wingdings" panose="05000000000000000000" pitchFamily="2" charset="2"/>
              <a:buChar char="§"/>
              <a:defRPr>
                <a:latin typeface="+mj-lt"/>
              </a:defRPr>
            </a:lvl1pPr>
            <a:lvl2pPr marL="742950" indent="-285750">
              <a:buClr>
                <a:srgbClr val="244894"/>
              </a:buClr>
              <a:buFont typeface="Wingdings" panose="05000000000000000000" pitchFamily="2" charset="2"/>
              <a:buChar char="§"/>
              <a:defRPr sz="1800">
                <a:solidFill>
                  <a:srgbClr val="244894"/>
                </a:solidFill>
                <a:latin typeface="+mj-lt"/>
              </a:defRPr>
            </a:lvl2pPr>
            <a:lvl3pPr marL="1143000" indent="-228600">
              <a:buClr>
                <a:srgbClr val="244894"/>
              </a:buClr>
              <a:buFont typeface="Wingdings" panose="05000000000000000000" pitchFamily="2" charset="2"/>
              <a:buChar char="§"/>
              <a:defRPr sz="1600">
                <a:solidFill>
                  <a:srgbClr val="244894"/>
                </a:solidFill>
                <a:latin typeface="+mj-lt"/>
              </a:defRPr>
            </a:lvl3pPr>
            <a:lvl4pPr marL="1600200" indent="-228600">
              <a:buClr>
                <a:srgbClr val="244894"/>
              </a:buClr>
              <a:buFont typeface="Wingdings" panose="05000000000000000000" pitchFamily="2" charset="2"/>
              <a:buChar char="§"/>
              <a:defRPr sz="1400">
                <a:solidFill>
                  <a:srgbClr val="244894"/>
                </a:solidFill>
                <a:latin typeface="+mj-lt"/>
              </a:defRPr>
            </a:lvl4pPr>
            <a:lvl5pPr marL="2057400" indent="-228600">
              <a:buClr>
                <a:srgbClr val="244894"/>
              </a:buClr>
              <a:buFont typeface="Wingdings" panose="05000000000000000000" pitchFamily="2" charset="2"/>
              <a:buChar char="§"/>
              <a:defRPr sz="1400">
                <a:solidFill>
                  <a:srgbClr val="244894"/>
                </a:solidFill>
                <a:latin typeface="+mj-lt"/>
              </a:defRPr>
            </a:lvl5pPr>
          </a:lstStyle>
          <a:p>
            <a:pPr lvl="0"/>
            <a:r>
              <a:rPr lang="de-DE"/>
              <a:t>Textmasterformate durch Klicken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pic>
        <p:nvPicPr>
          <p:cNvPr id="5" name="Grafik 4" descr="Bildschirmausschnitt">
            <a:hlinkClick r:id="rId2"/>
            <a:extLst>
              <a:ext uri="{FF2B5EF4-FFF2-40B4-BE49-F238E27FC236}">
                <a16:creationId xmlns:a16="http://schemas.microsoft.com/office/drawing/2014/main" id="{F5BFB8F7-9FC1-42B5-A208-E53E660353E1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93268" y="225425"/>
            <a:ext cx="1521849" cy="4084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927836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14">
          <p15:clr>
            <a:srgbClr val="FBAE40"/>
          </p15:clr>
        </p15:guide>
        <p15:guide id="2" orient="horz" pos="2160">
          <p15:clr>
            <a:srgbClr val="FBAE40"/>
          </p15:clr>
        </p15:guide>
        <p15:guide id="3" orient="horz" pos="368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906307" y="1831789"/>
            <a:ext cx="11013016" cy="4327525"/>
          </a:xfrm>
        </p:spPr>
        <p:txBody>
          <a:bodyPr/>
          <a:lstStyle>
            <a:lvl1pPr>
              <a:buClr>
                <a:srgbClr val="C00000"/>
              </a:buClr>
              <a:buFont typeface="Wingdings" panose="05000000000000000000" pitchFamily="2" charset="2"/>
              <a:buChar char="§"/>
              <a:defRPr>
                <a:latin typeface="+mj-lt"/>
              </a:defRPr>
            </a:lvl1pPr>
            <a:lvl2pPr marL="742920" indent="-285738">
              <a:buClr>
                <a:srgbClr val="C00000"/>
              </a:buClr>
              <a:buFont typeface="Wingdings" panose="05000000000000000000" pitchFamily="2" charset="2"/>
              <a:buChar char="§"/>
              <a:defRPr sz="1799">
                <a:solidFill>
                  <a:srgbClr val="244894"/>
                </a:solidFill>
                <a:latin typeface="+mj-lt"/>
              </a:defRPr>
            </a:lvl2pPr>
            <a:lvl3pPr marL="1142953" indent="-228590">
              <a:buClr>
                <a:srgbClr val="C00000"/>
              </a:buClr>
              <a:buFont typeface="Wingdings" panose="05000000000000000000" pitchFamily="2" charset="2"/>
              <a:buChar char="§"/>
              <a:defRPr sz="1600">
                <a:solidFill>
                  <a:srgbClr val="244894"/>
                </a:solidFill>
                <a:latin typeface="+mj-lt"/>
              </a:defRPr>
            </a:lvl3pPr>
            <a:lvl4pPr marL="1600134" indent="-228590">
              <a:buClr>
                <a:srgbClr val="C00000"/>
              </a:buClr>
              <a:buFont typeface="Wingdings" panose="05000000000000000000" pitchFamily="2" charset="2"/>
              <a:buChar char="§"/>
              <a:defRPr sz="1400">
                <a:solidFill>
                  <a:srgbClr val="244894"/>
                </a:solidFill>
                <a:latin typeface="+mj-lt"/>
              </a:defRPr>
            </a:lvl4pPr>
            <a:lvl5pPr marL="2057316" indent="-228590">
              <a:buClr>
                <a:srgbClr val="C00000"/>
              </a:buClr>
              <a:buFont typeface="Wingdings" panose="05000000000000000000" pitchFamily="2" charset="2"/>
              <a:buChar char="§"/>
              <a:defRPr sz="1400">
                <a:solidFill>
                  <a:srgbClr val="244894"/>
                </a:solidFill>
                <a:latin typeface="+mj-lt"/>
              </a:defRPr>
            </a:lvl5pPr>
          </a:lstStyle>
          <a:p>
            <a:pPr lvl="0"/>
            <a:r>
              <a:rPr lang="de-DE" dirty="0"/>
              <a:t>Textmasterformate durch Klicken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6" name="Footer Placeholder 5"/>
          <p:cNvSpPr>
            <a:spLocks noGrp="1" noChangeArrowheads="1"/>
          </p:cNvSpPr>
          <p:nvPr>
            <p:ph type="ftr" sz="quarter" idx="11"/>
          </p:nvPr>
        </p:nvSpPr>
        <p:spPr>
          <a:xfrm>
            <a:off x="4165602" y="6563100"/>
            <a:ext cx="3860800" cy="211975"/>
          </a:xfrm>
          <a:prstGeom prst="rect">
            <a:avLst/>
          </a:prstGeom>
          <a:ln/>
        </p:spPr>
        <p:txBody>
          <a:bodyPr/>
          <a:lstStyle>
            <a:lvl1pPr>
              <a:defRPr sz="800">
                <a:solidFill>
                  <a:srgbClr val="002060"/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800" b="0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Die Grundgesetze digitaler Transformation</a:t>
            </a:r>
          </a:p>
        </p:txBody>
      </p:sp>
      <p:sp>
        <p:nvSpPr>
          <p:cNvPr id="8" name="Textplatzhalter 2">
            <a:extLst>
              <a:ext uri="{FF2B5EF4-FFF2-40B4-BE49-F238E27FC236}">
                <a16:creationId xmlns:a16="http://schemas.microsoft.com/office/drawing/2014/main" id="{78748CBF-0A24-4D24-B283-45945F86995C}"/>
              </a:ext>
            </a:extLst>
          </p:cNvPr>
          <p:cNvSpPr>
            <a:spLocks noGrp="1"/>
          </p:cNvSpPr>
          <p:nvPr>
            <p:ph type="body" idx="14" hasCustomPrompt="1"/>
          </p:nvPr>
        </p:nvSpPr>
        <p:spPr>
          <a:xfrm>
            <a:off x="515938" y="302514"/>
            <a:ext cx="9859222" cy="384721"/>
          </a:xfrm>
        </p:spPr>
        <p:txBody>
          <a:bodyPr wrap="square" lIns="0" tIns="0" rIns="0" bIns="0" anchor="b">
            <a:spAutoFit/>
          </a:bodyPr>
          <a:lstStyle>
            <a:lvl1pPr marL="0" indent="0">
              <a:buNone/>
              <a:defRPr sz="1800" b="1">
                <a:solidFill>
                  <a:srgbClr val="001C78"/>
                </a:solidFill>
              </a:defRPr>
            </a:lvl1pPr>
            <a:lvl2pPr marL="457182" indent="0">
              <a:buNone/>
              <a:defRPr sz="2000" b="1"/>
            </a:lvl2pPr>
            <a:lvl3pPr marL="914364" indent="0">
              <a:buNone/>
              <a:defRPr sz="1799" b="1"/>
            </a:lvl3pPr>
            <a:lvl4pPr marL="1371544" indent="0">
              <a:buNone/>
              <a:defRPr sz="1600" b="1"/>
            </a:lvl4pPr>
            <a:lvl5pPr marL="1828725" indent="0">
              <a:buNone/>
              <a:defRPr sz="1600" b="1"/>
            </a:lvl5pPr>
            <a:lvl6pPr marL="2285907" indent="0">
              <a:buNone/>
              <a:defRPr sz="1600" b="1"/>
            </a:lvl6pPr>
            <a:lvl7pPr marL="2743089" indent="0">
              <a:buNone/>
              <a:defRPr sz="1600" b="1"/>
            </a:lvl7pPr>
            <a:lvl8pPr marL="3200269" indent="0">
              <a:buNone/>
              <a:defRPr sz="1600" b="1"/>
            </a:lvl8pPr>
            <a:lvl9pPr marL="3657451" indent="0">
              <a:buNone/>
              <a:defRPr sz="1600" b="1"/>
            </a:lvl9pPr>
          </a:lstStyle>
          <a:p>
            <a:pPr lvl="0"/>
            <a:r>
              <a:rPr lang="de-DE" dirty="0"/>
              <a:t>Formatvorlagen des Textmasters bearbeiten</a:t>
            </a:r>
          </a:p>
        </p:txBody>
      </p:sp>
      <p:pic>
        <p:nvPicPr>
          <p:cNvPr id="5" name="Picture 7" descr="Streifen">
            <a:extLst>
              <a:ext uri="{FF2B5EF4-FFF2-40B4-BE49-F238E27FC236}">
                <a16:creationId xmlns:a16="http://schemas.microsoft.com/office/drawing/2014/main" id="{5F35DE7B-EA8F-4AF6-B7B1-C307E794B4D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" y="373063"/>
            <a:ext cx="334424" cy="2590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510517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14">
          <p15:clr>
            <a:srgbClr val="FBAE40"/>
          </p15:clr>
        </p15:guide>
        <p15:guide id="2" orient="horz" pos="216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elfolie - Stand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2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649816" y="1979317"/>
            <a:ext cx="11247967" cy="701031"/>
          </a:xfr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72000" rIns="0" bIns="0" numCol="1" anchor="t" anchorCtr="0" compatLnSpc="1">
            <a:prstTxWarp prst="textNoShape">
              <a:avLst/>
            </a:prstTxWarp>
          </a:bodyPr>
          <a:lstStyle>
            <a:lvl1pPr marL="0" indent="0">
              <a:buNone/>
              <a:defRPr lang="de-DE" sz="2200" noProof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342891" lvl="0" indent="-342891">
              <a:lnSpc>
                <a:spcPts val="2400"/>
              </a:lnSpc>
              <a:spcAft>
                <a:spcPct val="0"/>
              </a:spcAft>
            </a:pPr>
            <a:r>
              <a:rPr lang="de-DE" noProof="0"/>
              <a:t>Master-Untertitelformat bearbeiten</a:t>
            </a:r>
            <a:endParaRPr lang="de-DE" noProof="0" dirty="0"/>
          </a:p>
        </p:txBody>
      </p:sp>
      <p:sp>
        <p:nvSpPr>
          <p:cNvPr id="12329" name="Rectangle 41"/>
          <p:cNvSpPr>
            <a:spLocks noGrp="1" noChangeArrowheads="1"/>
          </p:cNvSpPr>
          <p:nvPr>
            <p:ph type="ctrTitle" sz="quarter"/>
          </p:nvPr>
        </p:nvSpPr>
        <p:spPr>
          <a:xfrm>
            <a:off x="645584" y="898217"/>
            <a:ext cx="10250949" cy="990600"/>
          </a:xfr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>
              <a:defRPr lang="de-DE" noProof="0" dirty="0" smtClean="0">
                <a:solidFill>
                  <a:srgbClr val="003087"/>
                </a:solidFill>
              </a:defRPr>
            </a:lvl1pPr>
          </a:lstStyle>
          <a:p>
            <a:pPr lvl="0"/>
            <a:r>
              <a:rPr lang="de-DE" noProof="0"/>
              <a:t>Mastertitelformat bearbeiten</a:t>
            </a:r>
            <a:endParaRPr lang="de-DE" noProof="0" dirty="0"/>
          </a:p>
        </p:txBody>
      </p:sp>
      <p:sp>
        <p:nvSpPr>
          <p:cNvPr id="17" name="Text Box 7"/>
          <p:cNvSpPr txBox="1">
            <a:spLocks noChangeArrowheads="1"/>
          </p:cNvSpPr>
          <p:nvPr userDrawn="1"/>
        </p:nvSpPr>
        <p:spPr bwMode="auto">
          <a:xfrm>
            <a:off x="662519" y="260959"/>
            <a:ext cx="9791700" cy="4801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rIns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lnSpc>
                <a:spcPct val="90000"/>
              </a:lnSpc>
            </a:pPr>
            <a:r>
              <a:rPr lang="de-DE" sz="1400" b="1" dirty="0">
                <a:solidFill>
                  <a:srgbClr val="003087"/>
                </a:solidFill>
              </a:rPr>
              <a:t>Hessisches</a:t>
            </a:r>
            <a:r>
              <a:rPr lang="de-DE" sz="1400" b="1" baseline="0" dirty="0">
                <a:solidFill>
                  <a:srgbClr val="003087"/>
                </a:solidFill>
              </a:rPr>
              <a:t> Ministerium </a:t>
            </a:r>
            <a:br>
              <a:rPr lang="de-DE" sz="1400" b="1" baseline="0" dirty="0">
                <a:solidFill>
                  <a:srgbClr val="003087"/>
                </a:solidFill>
              </a:rPr>
            </a:br>
            <a:r>
              <a:rPr lang="de-DE" sz="1400" b="0" baseline="0" dirty="0">
                <a:solidFill>
                  <a:srgbClr val="003087"/>
                </a:solidFill>
              </a:rPr>
              <a:t>für Kultus, Bildung und Chancen</a:t>
            </a:r>
            <a:endParaRPr lang="de-DE" sz="1200" b="0" dirty="0">
              <a:solidFill>
                <a:srgbClr val="003087"/>
              </a:solidFill>
            </a:endParaRPr>
          </a:p>
        </p:txBody>
      </p:sp>
      <p:grpSp>
        <p:nvGrpSpPr>
          <p:cNvPr id="14" name="Gruppieren 13"/>
          <p:cNvGrpSpPr/>
          <p:nvPr userDrawn="1"/>
        </p:nvGrpSpPr>
        <p:grpSpPr>
          <a:xfrm>
            <a:off x="2116" y="333375"/>
            <a:ext cx="338117" cy="2660651"/>
            <a:chOff x="1587" y="250031"/>
            <a:chExt cx="253588" cy="1995488"/>
          </a:xfrm>
        </p:grpSpPr>
        <p:sp>
          <p:nvSpPr>
            <p:cNvPr id="18" name="Rectangle 30"/>
            <p:cNvSpPr>
              <a:spLocks noChangeArrowheads="1"/>
            </p:cNvSpPr>
            <p:nvPr userDrawn="1"/>
          </p:nvSpPr>
          <p:spPr bwMode="auto">
            <a:xfrm>
              <a:off x="3175" y="250031"/>
              <a:ext cx="252000" cy="215504"/>
            </a:xfrm>
            <a:prstGeom prst="rect">
              <a:avLst/>
            </a:prstGeom>
            <a:solidFill>
              <a:srgbClr val="DB2F36"/>
            </a:solidFill>
            <a:ln w="9525">
              <a:solidFill>
                <a:srgbClr val="DB2F36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de-DE" sz="2400"/>
            </a:p>
          </p:txBody>
        </p:sp>
        <p:sp>
          <p:nvSpPr>
            <p:cNvPr id="19" name="Rectangle 31"/>
            <p:cNvSpPr>
              <a:spLocks noChangeArrowheads="1"/>
            </p:cNvSpPr>
            <p:nvPr userDrawn="1"/>
          </p:nvSpPr>
          <p:spPr bwMode="auto">
            <a:xfrm>
              <a:off x="3175" y="694135"/>
              <a:ext cx="252000" cy="215503"/>
            </a:xfrm>
            <a:prstGeom prst="rect">
              <a:avLst/>
            </a:prstGeom>
            <a:solidFill>
              <a:srgbClr val="DB2F36"/>
            </a:solidFill>
            <a:ln w="9525">
              <a:solidFill>
                <a:srgbClr val="DB2F36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de-DE" sz="2400"/>
            </a:p>
          </p:txBody>
        </p:sp>
        <p:sp>
          <p:nvSpPr>
            <p:cNvPr id="20" name="Rectangle 32"/>
            <p:cNvSpPr>
              <a:spLocks noChangeArrowheads="1"/>
            </p:cNvSpPr>
            <p:nvPr userDrawn="1"/>
          </p:nvSpPr>
          <p:spPr bwMode="auto">
            <a:xfrm>
              <a:off x="3175" y="1138237"/>
              <a:ext cx="252000" cy="215504"/>
            </a:xfrm>
            <a:prstGeom prst="rect">
              <a:avLst/>
            </a:prstGeom>
            <a:solidFill>
              <a:srgbClr val="DB2F36"/>
            </a:solidFill>
            <a:ln w="9525">
              <a:solidFill>
                <a:srgbClr val="DB2F36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de-DE" sz="2400"/>
            </a:p>
          </p:txBody>
        </p:sp>
        <p:sp>
          <p:nvSpPr>
            <p:cNvPr id="21" name="Rectangle 33"/>
            <p:cNvSpPr>
              <a:spLocks noChangeArrowheads="1"/>
            </p:cNvSpPr>
            <p:nvPr userDrawn="1"/>
          </p:nvSpPr>
          <p:spPr bwMode="auto">
            <a:xfrm>
              <a:off x="3175" y="1582341"/>
              <a:ext cx="252000" cy="215503"/>
            </a:xfrm>
            <a:prstGeom prst="rect">
              <a:avLst/>
            </a:prstGeom>
            <a:solidFill>
              <a:srgbClr val="DB2F36"/>
            </a:solidFill>
            <a:ln w="9525">
              <a:solidFill>
                <a:srgbClr val="DB2F36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de-DE" sz="2400"/>
            </a:p>
          </p:txBody>
        </p:sp>
        <p:sp>
          <p:nvSpPr>
            <p:cNvPr id="22" name="Rectangle 34"/>
            <p:cNvSpPr>
              <a:spLocks noChangeArrowheads="1"/>
            </p:cNvSpPr>
            <p:nvPr userDrawn="1"/>
          </p:nvSpPr>
          <p:spPr bwMode="auto">
            <a:xfrm>
              <a:off x="1587" y="2030015"/>
              <a:ext cx="252000" cy="215504"/>
            </a:xfrm>
            <a:prstGeom prst="rect">
              <a:avLst/>
            </a:prstGeom>
            <a:solidFill>
              <a:srgbClr val="DB2F36"/>
            </a:solidFill>
            <a:ln w="9525">
              <a:solidFill>
                <a:srgbClr val="DB2F36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de-DE" sz="2400"/>
            </a:p>
          </p:txBody>
        </p:sp>
      </p:grpSp>
      <p:pic>
        <p:nvPicPr>
          <p:cNvPr id="23" name="Grafik 2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1273247" y="333377"/>
            <a:ext cx="679404" cy="879475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5" name="Grafik 24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8117" y="2705987"/>
            <a:ext cx="11853884" cy="41520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25700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.xml"/></Relationships>
</file>

<file path=ppt/slideMasters/_rels/slideMaster3.xml.rels><?xml version="1.0" encoding="UTF-8" standalone="yes"?>
<Relationships xmlns="http://schemas.openxmlformats.org/package/2006/relationships"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709084" y="1981201"/>
            <a:ext cx="11013016" cy="4327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e-DE" altLang="de-DE"/>
              <a:t>Textmasterformat bearbeiten</a:t>
            </a:r>
          </a:p>
          <a:p>
            <a:pPr lvl="1"/>
            <a:r>
              <a:rPr lang="de-DE" altLang="de-DE"/>
              <a:t>Zweite Ebene</a:t>
            </a:r>
          </a:p>
          <a:p>
            <a:pPr lvl="2"/>
            <a:r>
              <a:rPr lang="de-DE" altLang="de-DE"/>
              <a:t>Dritte Ebene</a:t>
            </a:r>
          </a:p>
          <a:p>
            <a:pPr lvl="3"/>
            <a:r>
              <a:rPr lang="de-DE" altLang="de-DE"/>
              <a:t>Vierte Ebene</a:t>
            </a:r>
          </a:p>
          <a:p>
            <a:pPr lvl="4"/>
            <a:r>
              <a:rPr lang="de-DE" altLang="de-DE"/>
              <a:t>Fünfte Ebene</a:t>
            </a:r>
          </a:p>
        </p:txBody>
      </p:sp>
      <p:pic>
        <p:nvPicPr>
          <p:cNvPr id="1030" name="Picture 7" descr="Streifen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" y="373063"/>
            <a:ext cx="334424" cy="2590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31" name="Rectangle 8"/>
          <p:cNvSpPr>
            <a:spLocks noChangeArrowheads="1"/>
          </p:cNvSpPr>
          <p:nvPr/>
        </p:nvSpPr>
        <p:spPr bwMode="auto">
          <a:xfrm>
            <a:off x="8986983" y="6475614"/>
            <a:ext cx="30480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r">
              <a:defRPr/>
            </a:pPr>
            <a:fld id="{8BA0D357-4E85-4F88-990A-2EF7CA3832A4}" type="slidenum">
              <a:rPr lang="it-IT" altLang="de-DE" sz="800" smtClean="0">
                <a:solidFill>
                  <a:srgbClr val="244894"/>
                </a:solidFill>
                <a:latin typeface="Arial" panose="020B0604020202020204" pitchFamily="34" charset="0"/>
              </a:rPr>
              <a:pPr algn="r">
                <a:defRPr/>
              </a:pPr>
              <a:t>‹Nr.›</a:t>
            </a:fld>
            <a:endParaRPr lang="it-IT" altLang="de-DE" sz="800">
              <a:solidFill>
                <a:srgbClr val="244894"/>
              </a:solidFill>
              <a:latin typeface="Arial" panose="020B0604020202020204" pitchFamily="34" charset="0"/>
            </a:endParaRPr>
          </a:p>
        </p:txBody>
      </p:sp>
      <p:sp>
        <p:nvSpPr>
          <p:cNvPr id="9" name="Rectangle 5"/>
          <p:cNvSpPr txBox="1">
            <a:spLocks noChangeArrowheads="1"/>
          </p:cNvSpPr>
          <p:nvPr userDrawn="1"/>
        </p:nvSpPr>
        <p:spPr bwMode="auto">
          <a:xfrm>
            <a:off x="515938" y="177051"/>
            <a:ext cx="7229030" cy="1960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 rIns="0" bIns="0"/>
          <a:lstStyle>
            <a:defPPr>
              <a:defRPr lang="de-DE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1000" kern="1200">
                <a:solidFill>
                  <a:srgbClr val="244894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9pPr>
          </a:lstStyle>
          <a:p>
            <a:pPr eaLnBrk="1" hangingPunct="1">
              <a:defRPr/>
            </a:pPr>
            <a:r>
              <a:rPr lang="de-DE" sz="1400" b="1" dirty="0"/>
              <a:t>Hessisches Ministerium</a:t>
            </a:r>
          </a:p>
          <a:p>
            <a:pPr eaLnBrk="1" hangingPunct="1">
              <a:defRPr/>
            </a:pPr>
            <a:r>
              <a:rPr lang="de-DE" sz="1400" b="0" dirty="0"/>
              <a:t>für Kultus, Bildung und Chancen</a:t>
            </a:r>
          </a:p>
        </p:txBody>
      </p:sp>
    </p:spTree>
    <p:extLst>
      <p:ext uri="{BB962C8B-B14F-4D97-AF65-F5344CB8AC3E}">
        <p14:creationId xmlns:p14="http://schemas.microsoft.com/office/powerpoint/2010/main" val="24531998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7" r:id="rId1"/>
  </p:sldLayoutIdLst>
  <p:hf sldNum="0" hdr="0" ftr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2400" b="1">
          <a:solidFill>
            <a:srgbClr val="244894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2400" b="1">
          <a:solidFill>
            <a:srgbClr val="244894"/>
          </a:solidFill>
          <a:latin typeface="Arial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2400" b="1">
          <a:solidFill>
            <a:srgbClr val="244894"/>
          </a:solidFill>
          <a:latin typeface="Arial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2400" b="1">
          <a:solidFill>
            <a:srgbClr val="244894"/>
          </a:solidFill>
          <a:latin typeface="Arial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2400" b="1">
          <a:solidFill>
            <a:srgbClr val="244894"/>
          </a:solidFill>
          <a:latin typeface="Arial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2400" b="1">
          <a:solidFill>
            <a:srgbClr val="244894"/>
          </a:solidFill>
          <a:latin typeface="Arial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2400" b="1">
          <a:solidFill>
            <a:srgbClr val="244894"/>
          </a:solidFill>
          <a:latin typeface="Arial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2400" b="1">
          <a:solidFill>
            <a:srgbClr val="244894"/>
          </a:solidFill>
          <a:latin typeface="Arial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2400" b="1">
          <a:solidFill>
            <a:srgbClr val="244894"/>
          </a:solidFill>
          <a:latin typeface="Arial" charset="0"/>
        </a:defRPr>
      </a:lvl9pPr>
    </p:titleStyle>
    <p:bodyStyle>
      <a:lvl1pPr marL="285750" indent="-285750" algn="l" rtl="0" eaLnBrk="0" fontAlgn="base" hangingPunct="0">
        <a:lnSpc>
          <a:spcPts val="3000"/>
        </a:lnSpc>
        <a:spcBef>
          <a:spcPct val="0"/>
        </a:spcBef>
        <a:spcAft>
          <a:spcPct val="0"/>
        </a:spcAft>
        <a:buClr>
          <a:srgbClr val="C00000"/>
        </a:buClr>
        <a:buFont typeface="Wingdings" panose="05000000000000000000" pitchFamily="2" charset="2"/>
        <a:buChar char="§"/>
        <a:defRPr sz="2400">
          <a:solidFill>
            <a:srgbClr val="244894"/>
          </a:solidFill>
          <a:latin typeface="+mj-lt"/>
          <a:ea typeface="+mn-ea"/>
          <a:cs typeface="+mn-cs"/>
        </a:defRPr>
      </a:lvl1pPr>
      <a:lvl2pPr marL="914400" indent="-457200" algn="l" rtl="0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rgbClr val="244894"/>
          </a:solidFill>
          <a:latin typeface="+mj-lt"/>
        </a:defRPr>
      </a:lvl2pPr>
      <a:lvl3pPr marL="1257300" indent="-342900" algn="l" rtl="0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000">
          <a:solidFill>
            <a:srgbClr val="244894"/>
          </a:solidFill>
          <a:latin typeface="+mj-lt"/>
        </a:defRPr>
      </a:lvl3pPr>
      <a:lvl4pPr marL="1714500" indent="-342900" algn="l" rtl="0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>
          <a:solidFill>
            <a:srgbClr val="244894"/>
          </a:solidFill>
          <a:latin typeface="+mj-lt"/>
        </a:defRPr>
      </a:lvl4pPr>
      <a:lvl5pPr marL="2114550" indent="-285750" algn="l" rtl="0" eaLnBrk="0" fontAlgn="base" hangingPunct="0">
        <a:lnSpc>
          <a:spcPts val="3000"/>
        </a:lnSpc>
        <a:spcBef>
          <a:spcPct val="0"/>
        </a:spcBef>
        <a:spcAft>
          <a:spcPct val="0"/>
        </a:spcAft>
        <a:buFont typeface="Wingdings" panose="05000000000000000000" pitchFamily="2" charset="2"/>
        <a:buChar char="§"/>
        <a:defRPr>
          <a:solidFill>
            <a:srgbClr val="244894"/>
          </a:solidFill>
          <a:latin typeface="+mj-lt"/>
        </a:defRPr>
      </a:lvl5pPr>
      <a:lvl6pPr marL="2514600" indent="-228600" algn="l" rtl="0" fontAlgn="base">
        <a:lnSpc>
          <a:spcPts val="3000"/>
        </a:lnSpc>
        <a:spcBef>
          <a:spcPct val="0"/>
        </a:spcBef>
        <a:spcAft>
          <a:spcPct val="0"/>
        </a:spcAft>
        <a:buChar char="»"/>
        <a:defRPr>
          <a:solidFill>
            <a:schemeClr val="tx1"/>
          </a:solidFill>
          <a:latin typeface="+mn-lt"/>
        </a:defRPr>
      </a:lvl6pPr>
      <a:lvl7pPr marL="2971800" indent="-228600" algn="l" rtl="0" fontAlgn="base">
        <a:lnSpc>
          <a:spcPts val="3000"/>
        </a:lnSpc>
        <a:spcBef>
          <a:spcPct val="0"/>
        </a:spcBef>
        <a:spcAft>
          <a:spcPct val="0"/>
        </a:spcAft>
        <a:buChar char="»"/>
        <a:defRPr>
          <a:solidFill>
            <a:schemeClr val="tx1"/>
          </a:solidFill>
          <a:latin typeface="+mn-lt"/>
        </a:defRPr>
      </a:lvl7pPr>
      <a:lvl8pPr marL="3429000" indent="-228600" algn="l" rtl="0" fontAlgn="base">
        <a:lnSpc>
          <a:spcPts val="3000"/>
        </a:lnSpc>
        <a:spcBef>
          <a:spcPct val="0"/>
        </a:spcBef>
        <a:spcAft>
          <a:spcPct val="0"/>
        </a:spcAft>
        <a:buChar char="»"/>
        <a:defRPr>
          <a:solidFill>
            <a:schemeClr val="tx1"/>
          </a:solidFill>
          <a:latin typeface="+mn-lt"/>
        </a:defRPr>
      </a:lvl8pPr>
      <a:lvl9pPr marL="3886200" indent="-228600" algn="l" rtl="0" fontAlgn="base">
        <a:lnSpc>
          <a:spcPts val="3000"/>
        </a:lnSpc>
        <a:spcBef>
          <a:spcPct val="0"/>
        </a:spcBef>
        <a:spcAft>
          <a:spcPct val="0"/>
        </a:spcAft>
        <a:buChar char="»"/>
        <a:defRPr>
          <a:solidFill>
            <a:schemeClr val="tx1"/>
          </a:solidFill>
          <a:latin typeface="+mn-lt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3840">
          <p15:clr>
            <a:srgbClr val="F26B43"/>
          </p15:clr>
        </p15:guide>
        <p15:guide id="2" pos="325">
          <p15:clr>
            <a:srgbClr val="F26B43"/>
          </p15:clr>
        </p15:guide>
        <p15:guide id="3" pos="7355">
          <p15:clr>
            <a:srgbClr val="F26B43"/>
          </p15:clr>
        </p15:guide>
        <p15:guide id="4" pos="211">
          <p15:clr>
            <a:srgbClr val="F26B43"/>
          </p15:clr>
        </p15:guide>
        <p15:guide id="5" orient="horz" pos="142">
          <p15:clr>
            <a:srgbClr val="F26B43"/>
          </p15:clr>
        </p15:guide>
        <p15:guide id="6" orient="horz" pos="414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709084" y="1981201"/>
            <a:ext cx="11013016" cy="4327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e-DE" altLang="de-DE"/>
              <a:t>Textmasterformat bearbeiten</a:t>
            </a:r>
          </a:p>
          <a:p>
            <a:pPr lvl="1"/>
            <a:r>
              <a:rPr lang="de-DE" altLang="de-DE"/>
              <a:t>Zweite Ebene</a:t>
            </a:r>
          </a:p>
          <a:p>
            <a:pPr lvl="2"/>
            <a:r>
              <a:rPr lang="de-DE" altLang="de-DE"/>
              <a:t>Dritte Ebene</a:t>
            </a:r>
          </a:p>
          <a:p>
            <a:pPr lvl="3"/>
            <a:r>
              <a:rPr lang="de-DE" altLang="de-DE"/>
              <a:t>Vierte Ebene</a:t>
            </a:r>
          </a:p>
          <a:p>
            <a:pPr lvl="4"/>
            <a:r>
              <a:rPr lang="de-DE" altLang="de-DE"/>
              <a:t>Fünfte Ebene</a:t>
            </a:r>
          </a:p>
        </p:txBody>
      </p:sp>
      <p:sp>
        <p:nvSpPr>
          <p:cNvPr id="1031" name="Rectangle 8"/>
          <p:cNvSpPr>
            <a:spLocks noChangeArrowheads="1"/>
          </p:cNvSpPr>
          <p:nvPr/>
        </p:nvSpPr>
        <p:spPr bwMode="auto">
          <a:xfrm>
            <a:off x="8986983" y="6475614"/>
            <a:ext cx="30480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marL="0" marR="0" lvl="0" indent="0" algn="r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BA0D357-4E85-4F88-990A-2EF7CA3832A4}" type="slidenum">
              <a:rPr kumimoji="0" lang="it-IT" altLang="de-DE" sz="800" b="0" i="0" u="none" strike="noStrike" kern="1200" cap="none" spc="0" normalizeH="0" baseline="0" noProof="0" smtClean="0">
                <a:ln>
                  <a:noFill/>
                </a:ln>
                <a:solidFill>
                  <a:srgbClr val="244894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pPr marL="0" marR="0" lvl="0" indent="0" algn="r" defTabSz="914400" rtl="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‹Nr.›</a:t>
            </a:fld>
            <a:endParaRPr kumimoji="0" lang="it-IT" altLang="de-DE" sz="800" b="0" i="0" u="none" strike="noStrike" kern="1200" cap="none" spc="0" normalizeH="0" baseline="0" noProof="0">
              <a:ln>
                <a:noFill/>
              </a:ln>
              <a:solidFill>
                <a:srgbClr val="244894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pic>
        <p:nvPicPr>
          <p:cNvPr id="1032" name="Picture 10" descr="HM_RGB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46055" y="225224"/>
            <a:ext cx="530008" cy="6331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" name="Rectangle 5"/>
          <p:cNvSpPr>
            <a:spLocks noGrp="1" noChangeArrowheads="1"/>
          </p:cNvSpPr>
          <p:nvPr>
            <p:ph type="ftr" sz="quarter" idx="3"/>
          </p:nvPr>
        </p:nvSpPr>
        <p:spPr>
          <a:xfrm>
            <a:off x="4165602" y="6563100"/>
            <a:ext cx="3860800" cy="211975"/>
          </a:xfrm>
          <a:prstGeom prst="rect">
            <a:avLst/>
          </a:prstGeom>
          <a:ln/>
        </p:spPr>
        <p:txBody>
          <a:bodyPr/>
          <a:lstStyle>
            <a:lvl1pPr>
              <a:defRPr sz="800">
                <a:solidFill>
                  <a:srgbClr val="002060"/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800" b="0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Die Grundgesetze digitaler Transformation</a:t>
            </a:r>
          </a:p>
        </p:txBody>
      </p:sp>
      <p:sp>
        <p:nvSpPr>
          <p:cNvPr id="6" name="Rectangle 5"/>
          <p:cNvSpPr txBox="1">
            <a:spLocks noChangeArrowheads="1"/>
          </p:cNvSpPr>
          <p:nvPr userDrawn="1"/>
        </p:nvSpPr>
        <p:spPr bwMode="auto">
          <a:xfrm>
            <a:off x="515938" y="127419"/>
            <a:ext cx="7229030" cy="1960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 rIns="0" bIns="0"/>
          <a:lstStyle>
            <a:defPPr>
              <a:defRPr lang="de-DE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1000" kern="1200">
                <a:solidFill>
                  <a:srgbClr val="244894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9pPr>
          </a:lstStyle>
          <a:p>
            <a:pPr eaLnBrk="1" hangingPunct="1">
              <a:defRPr/>
            </a:pPr>
            <a:r>
              <a:rPr lang="de-DE" sz="1400" b="1" dirty="0"/>
              <a:t>Hessisches Kultusministerium</a:t>
            </a:r>
          </a:p>
        </p:txBody>
      </p:sp>
    </p:spTree>
    <p:extLst>
      <p:ext uri="{BB962C8B-B14F-4D97-AF65-F5344CB8AC3E}">
        <p14:creationId xmlns:p14="http://schemas.microsoft.com/office/powerpoint/2010/main" val="37843617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84" r:id="rId1"/>
  </p:sldLayoutIdLst>
  <p:hf sldNum="0" hd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2400" b="1">
          <a:solidFill>
            <a:srgbClr val="244894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2400" b="1">
          <a:solidFill>
            <a:srgbClr val="244894"/>
          </a:solidFill>
          <a:latin typeface="Arial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2400" b="1">
          <a:solidFill>
            <a:srgbClr val="244894"/>
          </a:solidFill>
          <a:latin typeface="Arial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2400" b="1">
          <a:solidFill>
            <a:srgbClr val="244894"/>
          </a:solidFill>
          <a:latin typeface="Arial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2400" b="1">
          <a:solidFill>
            <a:srgbClr val="244894"/>
          </a:solidFill>
          <a:latin typeface="Arial" charset="0"/>
        </a:defRPr>
      </a:lvl5pPr>
      <a:lvl6pPr marL="457182" algn="l" rtl="0" fontAlgn="base">
        <a:spcBef>
          <a:spcPct val="0"/>
        </a:spcBef>
        <a:spcAft>
          <a:spcPct val="0"/>
        </a:spcAft>
        <a:defRPr sz="2400" b="1">
          <a:solidFill>
            <a:srgbClr val="244894"/>
          </a:solidFill>
          <a:latin typeface="Arial" charset="0"/>
        </a:defRPr>
      </a:lvl6pPr>
      <a:lvl7pPr marL="914364" algn="l" rtl="0" fontAlgn="base">
        <a:spcBef>
          <a:spcPct val="0"/>
        </a:spcBef>
        <a:spcAft>
          <a:spcPct val="0"/>
        </a:spcAft>
        <a:defRPr sz="2400" b="1">
          <a:solidFill>
            <a:srgbClr val="244894"/>
          </a:solidFill>
          <a:latin typeface="Arial" charset="0"/>
        </a:defRPr>
      </a:lvl7pPr>
      <a:lvl8pPr marL="1371544" algn="l" rtl="0" fontAlgn="base">
        <a:spcBef>
          <a:spcPct val="0"/>
        </a:spcBef>
        <a:spcAft>
          <a:spcPct val="0"/>
        </a:spcAft>
        <a:defRPr sz="2400" b="1">
          <a:solidFill>
            <a:srgbClr val="244894"/>
          </a:solidFill>
          <a:latin typeface="Arial" charset="0"/>
        </a:defRPr>
      </a:lvl8pPr>
      <a:lvl9pPr marL="1828725" algn="l" rtl="0" fontAlgn="base">
        <a:spcBef>
          <a:spcPct val="0"/>
        </a:spcBef>
        <a:spcAft>
          <a:spcPct val="0"/>
        </a:spcAft>
        <a:defRPr sz="2400" b="1">
          <a:solidFill>
            <a:srgbClr val="244894"/>
          </a:solidFill>
          <a:latin typeface="Arial" charset="0"/>
        </a:defRPr>
      </a:lvl9pPr>
    </p:titleStyle>
    <p:bodyStyle>
      <a:lvl1pPr marL="285738" indent="-285738" algn="l" rtl="0" eaLnBrk="0" fontAlgn="base" hangingPunct="0">
        <a:lnSpc>
          <a:spcPts val="2999"/>
        </a:lnSpc>
        <a:spcBef>
          <a:spcPct val="0"/>
        </a:spcBef>
        <a:spcAft>
          <a:spcPct val="0"/>
        </a:spcAft>
        <a:buClr>
          <a:srgbClr val="C00000"/>
        </a:buClr>
        <a:buFont typeface="Wingdings" panose="05000000000000000000" pitchFamily="2" charset="2"/>
        <a:buChar char="§"/>
        <a:defRPr sz="2400">
          <a:solidFill>
            <a:srgbClr val="244894"/>
          </a:solidFill>
          <a:latin typeface="+mj-lt"/>
          <a:ea typeface="+mn-ea"/>
          <a:cs typeface="+mn-cs"/>
        </a:defRPr>
      </a:lvl1pPr>
      <a:lvl2pPr marL="914364" indent="-457182" algn="l" rtl="0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rgbClr val="244894"/>
          </a:solidFill>
          <a:latin typeface="+mj-lt"/>
        </a:defRPr>
      </a:lvl2pPr>
      <a:lvl3pPr marL="1257248" indent="-342886" algn="l" rtl="0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000">
          <a:solidFill>
            <a:srgbClr val="244894"/>
          </a:solidFill>
          <a:latin typeface="+mj-lt"/>
        </a:defRPr>
      </a:lvl3pPr>
      <a:lvl4pPr marL="1714430" indent="-342886" algn="l" rtl="0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>
          <a:solidFill>
            <a:srgbClr val="244894"/>
          </a:solidFill>
          <a:latin typeface="+mj-lt"/>
        </a:defRPr>
      </a:lvl4pPr>
      <a:lvl5pPr marL="2114462" indent="-285738" algn="l" rtl="0" eaLnBrk="0" fontAlgn="base" hangingPunct="0">
        <a:lnSpc>
          <a:spcPts val="2999"/>
        </a:lnSpc>
        <a:spcBef>
          <a:spcPct val="0"/>
        </a:spcBef>
        <a:spcAft>
          <a:spcPct val="0"/>
        </a:spcAft>
        <a:buFont typeface="Wingdings" panose="05000000000000000000" pitchFamily="2" charset="2"/>
        <a:buChar char="§"/>
        <a:defRPr>
          <a:solidFill>
            <a:srgbClr val="244894"/>
          </a:solidFill>
          <a:latin typeface="+mj-lt"/>
        </a:defRPr>
      </a:lvl5pPr>
      <a:lvl6pPr marL="2514498" indent="-228590" algn="l" rtl="0" fontAlgn="base">
        <a:lnSpc>
          <a:spcPts val="2999"/>
        </a:lnSpc>
        <a:spcBef>
          <a:spcPct val="0"/>
        </a:spcBef>
        <a:spcAft>
          <a:spcPct val="0"/>
        </a:spcAft>
        <a:buChar char="»"/>
        <a:defRPr>
          <a:solidFill>
            <a:schemeClr val="tx1"/>
          </a:solidFill>
          <a:latin typeface="+mn-lt"/>
        </a:defRPr>
      </a:lvl6pPr>
      <a:lvl7pPr marL="2971678" indent="-228590" algn="l" rtl="0" fontAlgn="base">
        <a:lnSpc>
          <a:spcPts val="2999"/>
        </a:lnSpc>
        <a:spcBef>
          <a:spcPct val="0"/>
        </a:spcBef>
        <a:spcAft>
          <a:spcPct val="0"/>
        </a:spcAft>
        <a:buChar char="»"/>
        <a:defRPr>
          <a:solidFill>
            <a:schemeClr val="tx1"/>
          </a:solidFill>
          <a:latin typeface="+mn-lt"/>
        </a:defRPr>
      </a:lvl7pPr>
      <a:lvl8pPr marL="3428860" indent="-228590" algn="l" rtl="0" fontAlgn="base">
        <a:lnSpc>
          <a:spcPts val="2999"/>
        </a:lnSpc>
        <a:spcBef>
          <a:spcPct val="0"/>
        </a:spcBef>
        <a:spcAft>
          <a:spcPct val="0"/>
        </a:spcAft>
        <a:buChar char="»"/>
        <a:defRPr>
          <a:solidFill>
            <a:schemeClr val="tx1"/>
          </a:solidFill>
          <a:latin typeface="+mn-lt"/>
        </a:defRPr>
      </a:lvl8pPr>
      <a:lvl9pPr marL="3886042" indent="-228590" algn="l" rtl="0" fontAlgn="base">
        <a:lnSpc>
          <a:spcPts val="2999"/>
        </a:lnSpc>
        <a:spcBef>
          <a:spcPct val="0"/>
        </a:spcBef>
        <a:spcAft>
          <a:spcPct val="0"/>
        </a:spcAft>
        <a:buChar char="»"/>
        <a:defRPr>
          <a:solidFill>
            <a:schemeClr val="tx1"/>
          </a:solidFill>
          <a:latin typeface="+mn-lt"/>
        </a:defRPr>
      </a:lvl9pPr>
    </p:bodyStyle>
    <p:otherStyle>
      <a:defPPr>
        <a:defRPr lang="de-DE"/>
      </a:defPPr>
      <a:lvl1pPr marL="0" algn="l" defTabSz="914364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1pPr>
      <a:lvl2pPr marL="457182" algn="l" defTabSz="914364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2pPr>
      <a:lvl3pPr marL="914364" algn="l" defTabSz="914364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3pPr>
      <a:lvl4pPr marL="1371544" algn="l" defTabSz="914364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4pPr>
      <a:lvl5pPr marL="1828725" algn="l" defTabSz="914364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5pPr>
      <a:lvl6pPr marL="2285907" algn="l" defTabSz="914364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6pPr>
      <a:lvl7pPr marL="2743089" algn="l" defTabSz="914364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7pPr>
      <a:lvl8pPr marL="3200269" algn="l" defTabSz="914364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8pPr>
      <a:lvl9pPr marL="3657451" algn="l" defTabSz="914364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3841">
          <p15:clr>
            <a:srgbClr val="F26B43"/>
          </p15:clr>
        </p15:guide>
        <p15:guide id="2" pos="325">
          <p15:clr>
            <a:srgbClr val="F26B43"/>
          </p15:clr>
        </p15:guide>
        <p15:guide id="3" pos="7355">
          <p15:clr>
            <a:srgbClr val="F26B43"/>
          </p15:clr>
        </p15:guide>
        <p15:guide id="4" pos="211">
          <p15:clr>
            <a:srgbClr val="F26B43"/>
          </p15:clr>
        </p15:guide>
        <p15:guide id="5" orient="horz" pos="142">
          <p15:clr>
            <a:srgbClr val="F26B43"/>
          </p15:clr>
        </p15:guide>
        <p15:guide id="6" orient="horz" pos="414">
          <p15:clr>
            <a:srgbClr val="F26B43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709084" y="893763"/>
            <a:ext cx="11243733" cy="98425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91440" bIns="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de-DE" dirty="0"/>
              <a:t>Titelmasterformat durch Klicken bearbeiten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721786" y="2060577"/>
            <a:ext cx="11214100" cy="4321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e-DE" dirty="0"/>
              <a:t>Textmasterformate durch Klicken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15" name="Rectangle 19"/>
          <p:cNvSpPr>
            <a:spLocks noGrp="1" noChangeArrowheads="1"/>
          </p:cNvSpPr>
          <p:nvPr>
            <p:ph type="dt" sz="quarter" idx="2"/>
          </p:nvPr>
        </p:nvSpPr>
        <p:spPr>
          <a:xfrm>
            <a:off x="9840386" y="6450014"/>
            <a:ext cx="2101849" cy="292100"/>
          </a:xfrm>
          <a:prstGeom prst="rect">
            <a:avLst/>
          </a:prstGeom>
        </p:spPr>
        <p:txBody>
          <a:bodyPr/>
          <a:lstStyle>
            <a:lvl1pPr algn="r" eaLnBrk="0" hangingPunct="0">
              <a:defRPr sz="1200" smtClean="0">
                <a:ea typeface="ＭＳ Ｐゴシック" pitchFamily="34" charset="-128"/>
              </a:defRPr>
            </a:lvl1pPr>
          </a:lstStyle>
          <a:p>
            <a:pPr>
              <a:defRPr/>
            </a:pPr>
            <a:fld id="{7C1E37B6-3E02-4C4C-884B-FC01FA70DD6A}" type="datetime1">
              <a:rPr lang="de-DE" smtClean="0"/>
              <a:t>11.03.2026</a:t>
            </a:fld>
            <a:endParaRPr lang="de-DE" dirty="0"/>
          </a:p>
        </p:txBody>
      </p:sp>
      <p:sp>
        <p:nvSpPr>
          <p:cNvPr id="16" name="Rectangle 20"/>
          <p:cNvSpPr>
            <a:spLocks noGrp="1" noChangeArrowheads="1"/>
          </p:cNvSpPr>
          <p:nvPr>
            <p:ph type="ftr" sz="quarter" idx="3"/>
          </p:nvPr>
        </p:nvSpPr>
        <p:spPr>
          <a:xfrm>
            <a:off x="1775886" y="6453188"/>
            <a:ext cx="7969249" cy="288925"/>
          </a:xfrm>
          <a:prstGeom prst="rect">
            <a:avLst/>
          </a:prstGeom>
        </p:spPr>
        <p:txBody>
          <a:bodyPr/>
          <a:lstStyle>
            <a:lvl1pPr eaLnBrk="0" hangingPunct="0">
              <a:defRPr sz="1200" smtClean="0">
                <a:ea typeface="ＭＳ Ｐゴシック" pitchFamily="34" charset="-128"/>
              </a:defRPr>
            </a:lvl1pPr>
          </a:lstStyle>
          <a:p>
            <a:pPr algn="r">
              <a:defRPr/>
            </a:pPr>
            <a:r>
              <a:rPr lang="de-DE"/>
              <a:t>Fußzeile mit weiteren Hinweisen </a:t>
            </a:r>
            <a:endParaRPr lang="de-DE" dirty="0"/>
          </a:p>
        </p:txBody>
      </p:sp>
      <p:sp>
        <p:nvSpPr>
          <p:cNvPr id="17" name="Rectangle 21"/>
          <p:cNvSpPr>
            <a:spLocks noGrp="1" noChangeArrowheads="1"/>
          </p:cNvSpPr>
          <p:nvPr>
            <p:ph type="sldNum" sz="quarter" idx="4"/>
          </p:nvPr>
        </p:nvSpPr>
        <p:spPr>
          <a:xfrm>
            <a:off x="736600" y="6453188"/>
            <a:ext cx="941917" cy="300037"/>
          </a:xfrm>
          <a:prstGeom prst="rect">
            <a:avLst/>
          </a:prstGeom>
        </p:spPr>
        <p:txBody>
          <a:bodyPr/>
          <a:lstStyle>
            <a:lvl1pPr eaLnBrk="0" hangingPunct="0">
              <a:defRPr sz="1400" b="1" smtClean="0">
                <a:solidFill>
                  <a:schemeClr val="bg1">
                    <a:lumMod val="50000"/>
                  </a:schemeClr>
                </a:solidFill>
                <a:ea typeface="ＭＳ Ｐゴシック" pitchFamily="34" charset="-128"/>
              </a:defRPr>
            </a:lvl1pPr>
          </a:lstStyle>
          <a:p>
            <a:pPr>
              <a:defRPr/>
            </a:pPr>
            <a:fld id="{EF82B18D-C707-4786-8163-FFCD341314AB}" type="slidenum">
              <a:rPr lang="de-DE"/>
              <a:pPr>
                <a:defRPr/>
              </a:pPr>
              <a:t>‹Nr.›</a:t>
            </a:fld>
            <a:endParaRPr lang="de-DE" dirty="0"/>
          </a:p>
        </p:txBody>
      </p:sp>
      <p:sp>
        <p:nvSpPr>
          <p:cNvPr id="19" name="Text Box 7"/>
          <p:cNvSpPr txBox="1">
            <a:spLocks noChangeArrowheads="1"/>
          </p:cNvSpPr>
          <p:nvPr userDrawn="1"/>
        </p:nvSpPr>
        <p:spPr bwMode="auto">
          <a:xfrm>
            <a:off x="662519" y="260961"/>
            <a:ext cx="9791700" cy="4801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rIns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lnSpc>
                <a:spcPct val="90000"/>
              </a:lnSpc>
            </a:pPr>
            <a:r>
              <a:rPr lang="de-DE" sz="1400" b="1" dirty="0">
                <a:solidFill>
                  <a:srgbClr val="003087"/>
                </a:solidFill>
              </a:rPr>
              <a:t>Hessisches</a:t>
            </a:r>
            <a:r>
              <a:rPr lang="de-DE" sz="1400" b="1" baseline="0" dirty="0">
                <a:solidFill>
                  <a:srgbClr val="003087"/>
                </a:solidFill>
              </a:rPr>
              <a:t> Ministerium </a:t>
            </a:r>
            <a:br>
              <a:rPr lang="de-DE" sz="1400" b="1" baseline="0" dirty="0">
                <a:solidFill>
                  <a:srgbClr val="003087"/>
                </a:solidFill>
              </a:rPr>
            </a:br>
            <a:r>
              <a:rPr lang="de-DE" sz="1400" b="0" baseline="0" dirty="0">
                <a:solidFill>
                  <a:srgbClr val="003087"/>
                </a:solidFill>
              </a:rPr>
              <a:t>für Kultus, Bildung und Chancen</a:t>
            </a:r>
            <a:endParaRPr lang="de-DE" sz="1200" b="0" dirty="0">
              <a:solidFill>
                <a:srgbClr val="003087"/>
              </a:solidFill>
            </a:endParaRPr>
          </a:p>
        </p:txBody>
      </p:sp>
      <p:grpSp>
        <p:nvGrpSpPr>
          <p:cNvPr id="2" name="Gruppieren 1"/>
          <p:cNvGrpSpPr/>
          <p:nvPr userDrawn="1"/>
        </p:nvGrpSpPr>
        <p:grpSpPr>
          <a:xfrm>
            <a:off x="4234" y="333375"/>
            <a:ext cx="336276" cy="2660651"/>
            <a:chOff x="3175" y="250031"/>
            <a:chExt cx="252207" cy="1995488"/>
          </a:xfrm>
        </p:grpSpPr>
        <p:sp>
          <p:nvSpPr>
            <p:cNvPr id="18" name="Rectangle 30"/>
            <p:cNvSpPr>
              <a:spLocks noChangeArrowheads="1"/>
            </p:cNvSpPr>
            <p:nvPr userDrawn="1"/>
          </p:nvSpPr>
          <p:spPr bwMode="auto">
            <a:xfrm>
              <a:off x="3175" y="250031"/>
              <a:ext cx="252000" cy="215504"/>
            </a:xfrm>
            <a:prstGeom prst="rect">
              <a:avLst/>
            </a:prstGeom>
            <a:solidFill>
              <a:srgbClr val="DB2F36"/>
            </a:solidFill>
            <a:ln w="9525">
              <a:solidFill>
                <a:srgbClr val="DB2F36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de-DE" sz="2400"/>
            </a:p>
          </p:txBody>
        </p:sp>
        <p:sp>
          <p:nvSpPr>
            <p:cNvPr id="20" name="Rectangle 31"/>
            <p:cNvSpPr>
              <a:spLocks noChangeArrowheads="1"/>
            </p:cNvSpPr>
            <p:nvPr userDrawn="1"/>
          </p:nvSpPr>
          <p:spPr bwMode="auto">
            <a:xfrm>
              <a:off x="3175" y="694135"/>
              <a:ext cx="252000" cy="215503"/>
            </a:xfrm>
            <a:prstGeom prst="rect">
              <a:avLst/>
            </a:prstGeom>
            <a:solidFill>
              <a:srgbClr val="DB2F36"/>
            </a:solidFill>
            <a:ln w="9525">
              <a:solidFill>
                <a:srgbClr val="DB2F36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de-DE" sz="2400"/>
            </a:p>
          </p:txBody>
        </p:sp>
        <p:sp>
          <p:nvSpPr>
            <p:cNvPr id="21" name="Rectangle 32"/>
            <p:cNvSpPr>
              <a:spLocks noChangeArrowheads="1"/>
            </p:cNvSpPr>
            <p:nvPr userDrawn="1"/>
          </p:nvSpPr>
          <p:spPr bwMode="auto">
            <a:xfrm>
              <a:off x="3175" y="1138237"/>
              <a:ext cx="252000" cy="215504"/>
            </a:xfrm>
            <a:prstGeom prst="rect">
              <a:avLst/>
            </a:prstGeom>
            <a:solidFill>
              <a:srgbClr val="DB2F36"/>
            </a:solidFill>
            <a:ln w="9525">
              <a:solidFill>
                <a:srgbClr val="DB2F36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de-DE" sz="2400"/>
            </a:p>
          </p:txBody>
        </p:sp>
        <p:sp>
          <p:nvSpPr>
            <p:cNvPr id="22" name="Rectangle 33"/>
            <p:cNvSpPr>
              <a:spLocks noChangeArrowheads="1"/>
            </p:cNvSpPr>
            <p:nvPr userDrawn="1"/>
          </p:nvSpPr>
          <p:spPr bwMode="auto">
            <a:xfrm>
              <a:off x="3175" y="1582341"/>
              <a:ext cx="252000" cy="215503"/>
            </a:xfrm>
            <a:prstGeom prst="rect">
              <a:avLst/>
            </a:prstGeom>
            <a:solidFill>
              <a:srgbClr val="DB2F36"/>
            </a:solidFill>
            <a:ln w="9525">
              <a:solidFill>
                <a:srgbClr val="DB2F36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de-DE" sz="2400"/>
            </a:p>
          </p:txBody>
        </p:sp>
        <p:sp>
          <p:nvSpPr>
            <p:cNvPr id="23" name="Rectangle 34"/>
            <p:cNvSpPr>
              <a:spLocks noChangeArrowheads="1"/>
            </p:cNvSpPr>
            <p:nvPr userDrawn="1"/>
          </p:nvSpPr>
          <p:spPr bwMode="auto">
            <a:xfrm>
              <a:off x="3382" y="2030015"/>
              <a:ext cx="252000" cy="215504"/>
            </a:xfrm>
            <a:prstGeom prst="rect">
              <a:avLst/>
            </a:prstGeom>
            <a:solidFill>
              <a:srgbClr val="DB2F36"/>
            </a:solidFill>
            <a:ln w="9525">
              <a:solidFill>
                <a:srgbClr val="DB2F36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de-DE" sz="2400"/>
            </a:p>
          </p:txBody>
        </p:sp>
      </p:grpSp>
    </p:spTree>
    <p:extLst>
      <p:ext uri="{BB962C8B-B14F-4D97-AF65-F5344CB8AC3E}">
        <p14:creationId xmlns:p14="http://schemas.microsoft.com/office/powerpoint/2010/main" val="40657618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86" r:id="rId1"/>
  </p:sldLayoutIdLst>
  <p:hf hdr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3000" b="1">
          <a:solidFill>
            <a:srgbClr val="003087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3000" b="1">
          <a:solidFill>
            <a:srgbClr val="003399"/>
          </a:solidFill>
          <a:latin typeface="Arial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3000" b="1">
          <a:solidFill>
            <a:srgbClr val="003399"/>
          </a:solidFill>
          <a:latin typeface="Arial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3000" b="1">
          <a:solidFill>
            <a:srgbClr val="003399"/>
          </a:solidFill>
          <a:latin typeface="Arial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3000" b="1">
          <a:solidFill>
            <a:srgbClr val="003399"/>
          </a:solidFill>
          <a:latin typeface="Arial" charset="0"/>
        </a:defRPr>
      </a:lvl5pPr>
      <a:lvl6pPr marL="457189" algn="l" rtl="0" eaLnBrk="1" fontAlgn="base" hangingPunct="1">
        <a:spcBef>
          <a:spcPct val="0"/>
        </a:spcBef>
        <a:spcAft>
          <a:spcPct val="0"/>
        </a:spcAft>
        <a:defRPr sz="3000" b="1">
          <a:solidFill>
            <a:srgbClr val="003399"/>
          </a:solidFill>
          <a:latin typeface="Arial" charset="0"/>
        </a:defRPr>
      </a:lvl6pPr>
      <a:lvl7pPr marL="914377" algn="l" rtl="0" eaLnBrk="1" fontAlgn="base" hangingPunct="1">
        <a:spcBef>
          <a:spcPct val="0"/>
        </a:spcBef>
        <a:spcAft>
          <a:spcPct val="0"/>
        </a:spcAft>
        <a:defRPr sz="3000" b="1">
          <a:solidFill>
            <a:srgbClr val="003399"/>
          </a:solidFill>
          <a:latin typeface="Arial" charset="0"/>
        </a:defRPr>
      </a:lvl7pPr>
      <a:lvl8pPr marL="1371566" algn="l" rtl="0" eaLnBrk="1" fontAlgn="base" hangingPunct="1">
        <a:spcBef>
          <a:spcPct val="0"/>
        </a:spcBef>
        <a:spcAft>
          <a:spcPct val="0"/>
        </a:spcAft>
        <a:defRPr sz="3000" b="1">
          <a:solidFill>
            <a:srgbClr val="003399"/>
          </a:solidFill>
          <a:latin typeface="Arial" charset="0"/>
        </a:defRPr>
      </a:lvl8pPr>
      <a:lvl9pPr marL="1828754" algn="l" rtl="0" eaLnBrk="1" fontAlgn="base" hangingPunct="1">
        <a:spcBef>
          <a:spcPct val="0"/>
        </a:spcBef>
        <a:spcAft>
          <a:spcPct val="0"/>
        </a:spcAft>
        <a:defRPr sz="3000" b="1">
          <a:solidFill>
            <a:srgbClr val="003399"/>
          </a:solidFill>
          <a:latin typeface="Arial" charset="0"/>
        </a:defRPr>
      </a:lvl9pPr>
    </p:titleStyle>
    <p:bodyStyle>
      <a:lvl1pPr marL="342891" indent="-342891" algn="l" rtl="0" eaLnBrk="1" fontAlgn="base" hangingPunct="1">
        <a:spcBef>
          <a:spcPct val="0"/>
        </a:spcBef>
        <a:spcAft>
          <a:spcPct val="15000"/>
        </a:spcAft>
        <a:buClr>
          <a:srgbClr val="003087"/>
        </a:buClr>
        <a:buSzPct val="70000"/>
        <a:buFont typeface="Wingdings" pitchFamily="2" charset="2"/>
        <a:buChar char="n"/>
        <a:defRPr sz="2000">
          <a:solidFill>
            <a:schemeClr val="tx1"/>
          </a:solidFill>
          <a:latin typeface="+mn-lt"/>
          <a:ea typeface="+mn-ea"/>
          <a:cs typeface="+mn-cs"/>
        </a:defRPr>
      </a:lvl1pPr>
      <a:lvl2pPr marL="742932" indent="-285744" algn="l" rtl="0" eaLnBrk="1" fontAlgn="base" hangingPunct="1">
        <a:spcBef>
          <a:spcPct val="10000"/>
        </a:spcBef>
        <a:spcAft>
          <a:spcPct val="10000"/>
        </a:spcAft>
        <a:buClr>
          <a:srgbClr val="F00000"/>
        </a:buClr>
        <a:buSzPct val="100000"/>
        <a:buFont typeface="Arial" pitchFamily="34" charset="0"/>
        <a:buChar char="»"/>
        <a:defRPr>
          <a:solidFill>
            <a:schemeClr val="tx1"/>
          </a:solidFill>
          <a:latin typeface="+mn-lt"/>
        </a:defRPr>
      </a:lvl2pPr>
      <a:lvl3pPr marL="1142971" indent="-228594" algn="l" rtl="0" eaLnBrk="1" fontAlgn="base" hangingPunct="1">
        <a:spcBef>
          <a:spcPct val="0"/>
        </a:spcBef>
        <a:spcAft>
          <a:spcPct val="0"/>
        </a:spcAft>
        <a:buClrTx/>
        <a:buFont typeface="Symbol" pitchFamily="18" charset="2"/>
        <a:buChar char="-"/>
        <a:defRPr sz="1600">
          <a:solidFill>
            <a:schemeClr val="tx1"/>
          </a:solidFill>
          <a:latin typeface="+mn-lt"/>
        </a:defRPr>
      </a:lvl3pPr>
      <a:lvl4pPr marL="1600160" indent="-228594" algn="l" rtl="0" eaLnBrk="1" fontAlgn="base" hangingPunct="1">
        <a:spcBef>
          <a:spcPct val="10000"/>
        </a:spcBef>
        <a:spcAft>
          <a:spcPct val="10000"/>
        </a:spcAft>
        <a:buClr>
          <a:schemeClr val="tx1"/>
        </a:buClr>
        <a:buChar char="•"/>
        <a:defRPr sz="1400">
          <a:solidFill>
            <a:schemeClr val="tx1"/>
          </a:solidFill>
          <a:latin typeface="+mn-lt"/>
        </a:defRPr>
      </a:lvl4pPr>
      <a:lvl5pPr marL="2057349" indent="-228594" algn="l" rtl="0" eaLnBrk="1" fontAlgn="base" hangingPunct="1">
        <a:spcBef>
          <a:spcPct val="10000"/>
        </a:spcBef>
        <a:spcAft>
          <a:spcPct val="10000"/>
        </a:spcAft>
        <a:buSzPct val="75000"/>
        <a:buFont typeface="Courier New" pitchFamily="49" charset="0"/>
        <a:buChar char="o"/>
        <a:defRPr sz="1200">
          <a:solidFill>
            <a:schemeClr val="tx1"/>
          </a:solidFill>
          <a:latin typeface="+mn-lt"/>
        </a:defRPr>
      </a:lvl5pPr>
      <a:lvl6pPr marL="2514537" indent="-228594" algn="l" rtl="0" eaLnBrk="1" fontAlgn="base" hangingPunct="1">
        <a:spcBef>
          <a:spcPct val="10000"/>
        </a:spcBef>
        <a:spcAft>
          <a:spcPct val="10000"/>
        </a:spcAft>
        <a:buChar char="•"/>
        <a:defRPr sz="1200">
          <a:solidFill>
            <a:schemeClr val="tx1"/>
          </a:solidFill>
          <a:latin typeface="+mn-lt"/>
        </a:defRPr>
      </a:lvl6pPr>
      <a:lvl7pPr marL="2971726" indent="-228594" algn="l" rtl="0" eaLnBrk="1" fontAlgn="base" hangingPunct="1">
        <a:spcBef>
          <a:spcPct val="10000"/>
        </a:spcBef>
        <a:spcAft>
          <a:spcPct val="10000"/>
        </a:spcAft>
        <a:buChar char="•"/>
        <a:defRPr sz="1200">
          <a:solidFill>
            <a:schemeClr val="tx1"/>
          </a:solidFill>
          <a:latin typeface="+mn-lt"/>
        </a:defRPr>
      </a:lvl7pPr>
      <a:lvl8pPr marL="3428914" indent="-228594" algn="l" rtl="0" eaLnBrk="1" fontAlgn="base" hangingPunct="1">
        <a:spcBef>
          <a:spcPct val="10000"/>
        </a:spcBef>
        <a:spcAft>
          <a:spcPct val="10000"/>
        </a:spcAft>
        <a:buChar char="•"/>
        <a:defRPr sz="1200">
          <a:solidFill>
            <a:schemeClr val="tx1"/>
          </a:solidFill>
          <a:latin typeface="+mn-lt"/>
        </a:defRPr>
      </a:lvl8pPr>
      <a:lvl9pPr marL="3886103" indent="-228594" algn="l" rtl="0" eaLnBrk="1" fontAlgn="base" hangingPunct="1">
        <a:spcBef>
          <a:spcPct val="10000"/>
        </a:spcBef>
        <a:spcAft>
          <a:spcPct val="10000"/>
        </a:spcAft>
        <a:buChar char="•"/>
        <a:defRPr sz="1200">
          <a:solidFill>
            <a:schemeClr val="tx1"/>
          </a:solidFill>
          <a:latin typeface="+mn-lt"/>
        </a:defRPr>
      </a:lvl9pPr>
    </p:bodyStyle>
    <p:otherStyle>
      <a:defPPr>
        <a:defRPr lang="de-DE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svg"/><Relationship Id="rId3" Type="http://schemas.openxmlformats.org/officeDocument/2006/relationships/image" Target="../media/image7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jpeg"/><Relationship Id="rId5" Type="http://schemas.openxmlformats.org/officeDocument/2006/relationships/image" Target="../media/image12.svg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svg"/><Relationship Id="rId3" Type="http://schemas.openxmlformats.org/officeDocument/2006/relationships/image" Target="../media/image7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jpeg"/><Relationship Id="rId5" Type="http://schemas.openxmlformats.org/officeDocument/2006/relationships/image" Target="../media/image12.svg"/><Relationship Id="rId4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svg"/><Relationship Id="rId5" Type="http://schemas.openxmlformats.org/officeDocument/2006/relationships/image" Target="../media/image15.png"/><Relationship Id="rId4" Type="http://schemas.openxmlformats.org/officeDocument/2006/relationships/image" Target="../media/image10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jpeg"/><Relationship Id="rId5" Type="http://schemas.openxmlformats.org/officeDocument/2006/relationships/image" Target="../media/image12.svg"/><Relationship Id="rId4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2">
            <a:extLst>
              <a:ext uri="{FF2B5EF4-FFF2-40B4-BE49-F238E27FC236}">
                <a16:creationId xmlns:a16="http://schemas.microsoft.com/office/drawing/2014/main" id="{08CA5331-6124-488C-9C36-5BA3E98B0F1E}"/>
              </a:ext>
            </a:extLst>
          </p:cNvPr>
          <p:cNvSpPr>
            <a:spLocks noGrp="1"/>
          </p:cNvSpPr>
          <p:nvPr>
            <p:ph type="ctrTitle" sz="quarter"/>
          </p:nvPr>
        </p:nvSpPr>
        <p:spPr/>
        <p:txBody>
          <a:bodyPr/>
          <a:lstStyle/>
          <a:p>
            <a:r>
              <a:rPr lang="de-DE" dirty="0"/>
              <a:t>ila – individuelles Lernen für alle</a:t>
            </a:r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CB7B21DB-0239-42B3-97A4-D5B8700559FC}"/>
              </a:ext>
            </a:extLst>
          </p:cNvPr>
          <p:cNvSpPr txBox="1"/>
          <p:nvPr/>
        </p:nvSpPr>
        <p:spPr>
          <a:xfrm>
            <a:off x="695325" y="5959783"/>
            <a:ext cx="375796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000" dirty="0">
                <a:solidFill>
                  <a:schemeClr val="bg1"/>
                </a:solidFill>
              </a:rPr>
              <a:t>Andreas Berka</a:t>
            </a:r>
          </a:p>
          <a:p>
            <a:r>
              <a:rPr lang="de-DE" sz="2000" dirty="0">
                <a:solidFill>
                  <a:schemeClr val="bg1"/>
                </a:solidFill>
              </a:rPr>
              <a:t>Referat 4.1.3</a:t>
            </a:r>
          </a:p>
        </p:txBody>
      </p:sp>
    </p:spTree>
    <p:extLst>
      <p:ext uri="{BB962C8B-B14F-4D97-AF65-F5344CB8AC3E}">
        <p14:creationId xmlns:p14="http://schemas.microsoft.com/office/powerpoint/2010/main" val="28742069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994C99-C762-AA40-5BC2-B0454C841D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1">
            <a:extLst>
              <a:ext uri="{FF2B5EF4-FFF2-40B4-BE49-F238E27FC236}">
                <a16:creationId xmlns:a16="http://schemas.microsoft.com/office/drawing/2014/main" id="{947C3CD6-5694-42EC-AD37-1240CFCCA643}"/>
              </a:ext>
            </a:extLst>
          </p:cNvPr>
          <p:cNvSpPr txBox="1">
            <a:spLocks/>
          </p:cNvSpPr>
          <p:nvPr/>
        </p:nvSpPr>
        <p:spPr>
          <a:xfrm>
            <a:off x="515938" y="665082"/>
            <a:ext cx="9610259" cy="338554"/>
          </a:xfrm>
          <a:prstGeom prst="rect">
            <a:avLst/>
          </a:prstGeom>
        </p:spPr>
        <p:txBody>
          <a:bodyPr lIns="0" tIns="0" rIns="0" bIns="0" anchor="t" anchorCtr="0">
            <a:spAutoFit/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244894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244894"/>
                </a:solidFill>
                <a:latin typeface="Arial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244894"/>
                </a:solidFill>
                <a:latin typeface="Arial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244894"/>
                </a:solidFill>
                <a:latin typeface="Arial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244894"/>
                </a:solidFill>
                <a:latin typeface="Arial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244894"/>
                </a:solidFill>
                <a:latin typeface="Arial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244894"/>
                </a:solidFill>
                <a:latin typeface="Arial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244894"/>
                </a:solidFill>
                <a:latin typeface="Arial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244894"/>
                </a:solidFill>
                <a:latin typeface="Arial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altLang="de-DE" sz="2200" b="1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Arial"/>
                <a:ea typeface="+mj-ea"/>
                <a:cs typeface="+mj-cs"/>
              </a:rPr>
              <a:t>Agenda</a:t>
            </a:r>
            <a:endParaRPr lang="de-DE" altLang="de-DE" sz="2200" dirty="0">
              <a:solidFill>
                <a:srgbClr val="000000">
                  <a:lumMod val="75000"/>
                  <a:lumOff val="25000"/>
                </a:srgbClr>
              </a:solidFill>
              <a:latin typeface="Arial"/>
            </a:endParaRPr>
          </a:p>
        </p:txBody>
      </p:sp>
      <p:graphicFrame>
        <p:nvGraphicFramePr>
          <p:cNvPr id="3" name="Inhaltsplatzhalter 3">
            <a:extLst>
              <a:ext uri="{FF2B5EF4-FFF2-40B4-BE49-F238E27FC236}">
                <a16:creationId xmlns:a16="http://schemas.microsoft.com/office/drawing/2014/main" id="{7C1285DA-7D02-3F5D-4807-98691E27066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64834297"/>
              </p:ext>
            </p:extLst>
          </p:nvPr>
        </p:nvGraphicFramePr>
        <p:xfrm>
          <a:off x="515938" y="1597656"/>
          <a:ext cx="11188065" cy="183134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9551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23292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783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8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marL="91444" marR="91444" marT="45751" marB="45751" anchor="ctr"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de-DE" sz="18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Aktueller Stand der Softwareentwicklung</a:t>
                      </a:r>
                    </a:p>
                  </a:txBody>
                  <a:tcPr marL="144007" marR="90004" marT="46832" marB="46832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24954271"/>
                  </a:ext>
                </a:extLst>
              </a:tr>
              <a:tr h="45783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8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</a:p>
                  </a:txBody>
                  <a:tcPr marL="91444" marR="91444" marT="45751" marB="45751" anchor="ctr"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de-DE" sz="18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Ausblick</a:t>
                      </a:r>
                    </a:p>
                  </a:txBody>
                  <a:tcPr marL="144007" marR="90004" marT="46832" marB="46832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55091708"/>
                  </a:ext>
                </a:extLst>
              </a:tr>
              <a:tr h="45783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8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</a:p>
                  </a:txBody>
                  <a:tcPr marL="91444" marR="91444" marT="45751" marB="45751" anchor="ctr"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de-DE" altLang="de-DE" sz="1800" b="1" kern="1200" dirty="0">
                          <a:solidFill>
                            <a:schemeClr val="tx1"/>
                          </a:solidFill>
                        </a:rPr>
                        <a:t>Imagekampagne</a:t>
                      </a:r>
                      <a:endParaRPr lang="de-DE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44007" marR="90004" marT="46832" marB="46832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36320396"/>
                  </a:ext>
                </a:extLst>
              </a:tr>
              <a:tr h="45783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8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</a:p>
                  </a:txBody>
                  <a:tcPr marL="91444" marR="91444" marT="45751" marB="45751" anchor="ctr"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de-DE" sz="18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Nächste Schritte</a:t>
                      </a:r>
                    </a:p>
                  </a:txBody>
                  <a:tcPr marL="144007" marR="90004" marT="46832" marB="46832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3530237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293406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994C99-C762-AA40-5BC2-B0454C841D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1">
            <a:extLst>
              <a:ext uri="{FF2B5EF4-FFF2-40B4-BE49-F238E27FC236}">
                <a16:creationId xmlns:a16="http://schemas.microsoft.com/office/drawing/2014/main" id="{947C3CD6-5694-42EC-AD37-1240CFCCA643}"/>
              </a:ext>
            </a:extLst>
          </p:cNvPr>
          <p:cNvSpPr txBox="1">
            <a:spLocks/>
          </p:cNvSpPr>
          <p:nvPr/>
        </p:nvSpPr>
        <p:spPr>
          <a:xfrm>
            <a:off x="515938" y="682606"/>
            <a:ext cx="9610259" cy="338554"/>
          </a:xfrm>
          <a:prstGeom prst="rect">
            <a:avLst/>
          </a:prstGeom>
        </p:spPr>
        <p:txBody>
          <a:bodyPr lIns="0" tIns="0" rIns="0" bIns="0" anchor="t" anchorCtr="0">
            <a:spAutoFit/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244894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244894"/>
                </a:solidFill>
                <a:latin typeface="Arial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244894"/>
                </a:solidFill>
                <a:latin typeface="Arial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244894"/>
                </a:solidFill>
                <a:latin typeface="Arial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244894"/>
                </a:solidFill>
                <a:latin typeface="Arial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244894"/>
                </a:solidFill>
                <a:latin typeface="Arial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244894"/>
                </a:solidFill>
                <a:latin typeface="Arial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244894"/>
                </a:solidFill>
                <a:latin typeface="Arial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244894"/>
                </a:solidFill>
                <a:latin typeface="Arial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de-DE" altLang="de-DE" sz="2200" dirty="0">
                <a:solidFill>
                  <a:srgbClr val="000000">
                    <a:lumMod val="75000"/>
                    <a:lumOff val="25000"/>
                  </a:srgbClr>
                </a:solidFill>
                <a:latin typeface="Arial"/>
              </a:rPr>
              <a:t>Aktueller Stand der Softwareentwicklung </a:t>
            </a:r>
            <a:r>
              <a:rPr lang="de-DE" altLang="de-DE" sz="1600" dirty="0">
                <a:solidFill>
                  <a:srgbClr val="000000">
                    <a:lumMod val="75000"/>
                    <a:lumOff val="25000"/>
                  </a:srgbClr>
                </a:solidFill>
                <a:latin typeface="Arial"/>
              </a:rPr>
              <a:t>(Fr. Reimann-Luckas)</a:t>
            </a:r>
          </a:p>
        </p:txBody>
      </p:sp>
      <p:grpSp>
        <p:nvGrpSpPr>
          <p:cNvPr id="181" name="Gruppieren 180">
            <a:extLst>
              <a:ext uri="{FF2B5EF4-FFF2-40B4-BE49-F238E27FC236}">
                <a16:creationId xmlns:a16="http://schemas.microsoft.com/office/drawing/2014/main" id="{5E83A3A2-C9FF-9471-C7F9-571AF2B83025}"/>
              </a:ext>
            </a:extLst>
          </p:cNvPr>
          <p:cNvGrpSpPr>
            <a:grpSpLocks noChangeAspect="1"/>
          </p:cNvGrpSpPr>
          <p:nvPr/>
        </p:nvGrpSpPr>
        <p:grpSpPr>
          <a:xfrm>
            <a:off x="2794527" y="2093751"/>
            <a:ext cx="6602945" cy="4176000"/>
            <a:chOff x="3033530" y="2368071"/>
            <a:chExt cx="5692193" cy="3600000"/>
          </a:xfrm>
        </p:grpSpPr>
        <p:sp>
          <p:nvSpPr>
            <p:cNvPr id="9" name="Round Same Side Corner Rectangle 63">
              <a:extLst>
                <a:ext uri="{FF2B5EF4-FFF2-40B4-BE49-F238E27FC236}">
                  <a16:creationId xmlns:a16="http://schemas.microsoft.com/office/drawing/2014/main" id="{48BECE9A-0BA3-7476-8B3D-18E57D21485C}"/>
                </a:ext>
              </a:extLst>
            </p:cNvPr>
            <p:cNvSpPr/>
            <p:nvPr/>
          </p:nvSpPr>
          <p:spPr>
            <a:xfrm flipH="1">
              <a:off x="3900287" y="2368071"/>
              <a:ext cx="3964096" cy="2685696"/>
            </a:xfrm>
            <a:prstGeom prst="round2SameRect">
              <a:avLst>
                <a:gd name="adj1" fmla="val 1919"/>
                <a:gd name="adj2" fmla="val 0"/>
              </a:avLst>
            </a:prstGeom>
            <a:gradFill flip="none" rotWithShape="1">
              <a:gsLst>
                <a:gs pos="100000">
                  <a:srgbClr val="999999">
                    <a:lumMod val="50000"/>
                  </a:srgbClr>
                </a:gs>
                <a:gs pos="0">
                  <a:srgbClr val="999999">
                    <a:lumMod val="75000"/>
                  </a:srgbClr>
                </a:gs>
              </a:gsLst>
              <a:lin ang="0" scaled="0"/>
              <a:tileRect/>
            </a:gradFill>
            <a:ln w="34925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solidFill>
                    <a:srgbClr val="DF5F7A"/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0" name="Rounded Rectangle 64">
              <a:extLst>
                <a:ext uri="{FF2B5EF4-FFF2-40B4-BE49-F238E27FC236}">
                  <a16:creationId xmlns:a16="http://schemas.microsoft.com/office/drawing/2014/main" id="{10F694F3-B412-7B66-2BBE-EB09594557F6}"/>
                </a:ext>
              </a:extLst>
            </p:cNvPr>
            <p:cNvSpPr/>
            <p:nvPr/>
          </p:nvSpPr>
          <p:spPr>
            <a:xfrm flipH="1">
              <a:off x="4026448" y="2531011"/>
              <a:ext cx="3701689" cy="2417208"/>
            </a:xfrm>
            <a:prstGeom prst="roundRect">
              <a:avLst>
                <a:gd name="adj" fmla="val 4427"/>
              </a:avLst>
            </a:prstGeom>
            <a:solidFill>
              <a:schemeClr val="bg1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" name="Trapezoid 32">
              <a:extLst>
                <a:ext uri="{FF2B5EF4-FFF2-40B4-BE49-F238E27FC236}">
                  <a16:creationId xmlns:a16="http://schemas.microsoft.com/office/drawing/2014/main" id="{8C94DC84-F3F1-629A-4802-3A0BF1F9A02E}"/>
                </a:ext>
              </a:extLst>
            </p:cNvPr>
            <p:cNvSpPr/>
            <p:nvPr/>
          </p:nvSpPr>
          <p:spPr>
            <a:xfrm>
              <a:off x="3038864" y="5053399"/>
              <a:ext cx="5666198" cy="789062"/>
            </a:xfrm>
            <a:custGeom>
              <a:avLst/>
              <a:gdLst>
                <a:gd name="connsiteX0" fmla="*/ 0 w 15237266"/>
                <a:gd name="connsiteY0" fmla="*/ 2171726 h 2171726"/>
                <a:gd name="connsiteX1" fmla="*/ 2360275 w 15237266"/>
                <a:gd name="connsiteY1" fmla="*/ 0 h 2171726"/>
                <a:gd name="connsiteX2" fmla="*/ 12876991 w 15237266"/>
                <a:gd name="connsiteY2" fmla="*/ 0 h 2171726"/>
                <a:gd name="connsiteX3" fmla="*/ 15237266 w 15237266"/>
                <a:gd name="connsiteY3" fmla="*/ 2171726 h 2171726"/>
                <a:gd name="connsiteX4" fmla="*/ 0 w 15237266"/>
                <a:gd name="connsiteY4" fmla="*/ 2171726 h 2171726"/>
                <a:gd name="connsiteX0" fmla="*/ 0 w 15237266"/>
                <a:gd name="connsiteY0" fmla="*/ 2171726 h 2171726"/>
                <a:gd name="connsiteX1" fmla="*/ 2360275 w 15237266"/>
                <a:gd name="connsiteY1" fmla="*/ 0 h 2171726"/>
                <a:gd name="connsiteX2" fmla="*/ 12922711 w 15237266"/>
                <a:gd name="connsiteY2" fmla="*/ 0 h 2171726"/>
                <a:gd name="connsiteX3" fmla="*/ 15237266 w 15237266"/>
                <a:gd name="connsiteY3" fmla="*/ 2171726 h 2171726"/>
                <a:gd name="connsiteX4" fmla="*/ 0 w 15237266"/>
                <a:gd name="connsiteY4" fmla="*/ 2171726 h 2171726"/>
                <a:gd name="connsiteX0" fmla="*/ 0 w 15237266"/>
                <a:gd name="connsiteY0" fmla="*/ 2171726 h 2171726"/>
                <a:gd name="connsiteX1" fmla="*/ 2360275 w 15237266"/>
                <a:gd name="connsiteY1" fmla="*/ 0 h 2171726"/>
                <a:gd name="connsiteX2" fmla="*/ 12920330 w 15237266"/>
                <a:gd name="connsiteY2" fmla="*/ 0 h 2171726"/>
                <a:gd name="connsiteX3" fmla="*/ 15237266 w 15237266"/>
                <a:gd name="connsiteY3" fmla="*/ 2171726 h 2171726"/>
                <a:gd name="connsiteX4" fmla="*/ 0 w 15237266"/>
                <a:gd name="connsiteY4" fmla="*/ 2171726 h 2171726"/>
                <a:gd name="connsiteX0" fmla="*/ 0 w 15193723"/>
                <a:gd name="connsiteY0" fmla="*/ 2041097 h 2171726"/>
                <a:gd name="connsiteX1" fmla="*/ 2316732 w 15193723"/>
                <a:gd name="connsiteY1" fmla="*/ 0 h 2171726"/>
                <a:gd name="connsiteX2" fmla="*/ 12876787 w 15193723"/>
                <a:gd name="connsiteY2" fmla="*/ 0 h 2171726"/>
                <a:gd name="connsiteX3" fmla="*/ 15193723 w 15193723"/>
                <a:gd name="connsiteY3" fmla="*/ 2171726 h 2171726"/>
                <a:gd name="connsiteX4" fmla="*/ 0 w 15193723"/>
                <a:gd name="connsiteY4" fmla="*/ 2041097 h 2171726"/>
                <a:gd name="connsiteX0" fmla="*/ 0 w 15251780"/>
                <a:gd name="connsiteY0" fmla="*/ 2084640 h 2171726"/>
                <a:gd name="connsiteX1" fmla="*/ 2374789 w 15251780"/>
                <a:gd name="connsiteY1" fmla="*/ 0 h 2171726"/>
                <a:gd name="connsiteX2" fmla="*/ 12934844 w 15251780"/>
                <a:gd name="connsiteY2" fmla="*/ 0 h 2171726"/>
                <a:gd name="connsiteX3" fmla="*/ 15251780 w 15251780"/>
                <a:gd name="connsiteY3" fmla="*/ 2171726 h 2171726"/>
                <a:gd name="connsiteX4" fmla="*/ 0 w 15251780"/>
                <a:gd name="connsiteY4" fmla="*/ 2084640 h 2171726"/>
                <a:gd name="connsiteX0" fmla="*/ 0 w 15222751"/>
                <a:gd name="connsiteY0" fmla="*/ 2084640 h 2084640"/>
                <a:gd name="connsiteX1" fmla="*/ 2374789 w 15222751"/>
                <a:gd name="connsiteY1" fmla="*/ 0 h 2084640"/>
                <a:gd name="connsiteX2" fmla="*/ 12934844 w 15222751"/>
                <a:gd name="connsiteY2" fmla="*/ 0 h 2084640"/>
                <a:gd name="connsiteX3" fmla="*/ 15222751 w 15222751"/>
                <a:gd name="connsiteY3" fmla="*/ 2070126 h 2084640"/>
                <a:gd name="connsiteX4" fmla="*/ 0 w 15222751"/>
                <a:gd name="connsiteY4" fmla="*/ 2084640 h 2084640"/>
                <a:gd name="connsiteX0" fmla="*/ 0 w 15146551"/>
                <a:gd name="connsiteY0" fmla="*/ 2084640 h 2084640"/>
                <a:gd name="connsiteX1" fmla="*/ 2374789 w 15146551"/>
                <a:gd name="connsiteY1" fmla="*/ 0 h 2084640"/>
                <a:gd name="connsiteX2" fmla="*/ 12934844 w 15146551"/>
                <a:gd name="connsiteY2" fmla="*/ 0 h 2084640"/>
                <a:gd name="connsiteX3" fmla="*/ 15146551 w 15146551"/>
                <a:gd name="connsiteY3" fmla="*/ 1993926 h 2084640"/>
                <a:gd name="connsiteX4" fmla="*/ 0 w 15146551"/>
                <a:gd name="connsiteY4" fmla="*/ 2084640 h 2084640"/>
                <a:gd name="connsiteX0" fmla="*/ 0 w 15146551"/>
                <a:gd name="connsiteY0" fmla="*/ 2084640 h 2091593"/>
                <a:gd name="connsiteX1" fmla="*/ 2374789 w 15146551"/>
                <a:gd name="connsiteY1" fmla="*/ 0 h 2091593"/>
                <a:gd name="connsiteX2" fmla="*/ 12934844 w 15146551"/>
                <a:gd name="connsiteY2" fmla="*/ 0 h 2091593"/>
                <a:gd name="connsiteX3" fmla="*/ 15146551 w 15146551"/>
                <a:gd name="connsiteY3" fmla="*/ 1993926 h 2091593"/>
                <a:gd name="connsiteX4" fmla="*/ 14999172 w 15146551"/>
                <a:gd name="connsiteY4" fmla="*/ 2091553 h 2091593"/>
                <a:gd name="connsiteX5" fmla="*/ 0 w 15146551"/>
                <a:gd name="connsiteY5" fmla="*/ 2084640 h 2091593"/>
                <a:gd name="connsiteX0" fmla="*/ 0 w 15003676"/>
                <a:gd name="connsiteY0" fmla="*/ 2084640 h 2091593"/>
                <a:gd name="connsiteX1" fmla="*/ 2231914 w 15003676"/>
                <a:gd name="connsiteY1" fmla="*/ 0 h 2091593"/>
                <a:gd name="connsiteX2" fmla="*/ 12791969 w 15003676"/>
                <a:gd name="connsiteY2" fmla="*/ 0 h 2091593"/>
                <a:gd name="connsiteX3" fmla="*/ 15003676 w 15003676"/>
                <a:gd name="connsiteY3" fmla="*/ 1993926 h 2091593"/>
                <a:gd name="connsiteX4" fmla="*/ 14856297 w 15003676"/>
                <a:gd name="connsiteY4" fmla="*/ 2091553 h 2091593"/>
                <a:gd name="connsiteX5" fmla="*/ 0 w 15003676"/>
                <a:gd name="connsiteY5" fmla="*/ 2084640 h 2091593"/>
                <a:gd name="connsiteX0" fmla="*/ 0 w 15003676"/>
                <a:gd name="connsiteY0" fmla="*/ 2084640 h 2091593"/>
                <a:gd name="connsiteX1" fmla="*/ 54446 w 15003676"/>
                <a:gd name="connsiteY1" fmla="*/ 1920103 h 2091593"/>
                <a:gd name="connsiteX2" fmla="*/ 2231914 w 15003676"/>
                <a:gd name="connsiteY2" fmla="*/ 0 h 2091593"/>
                <a:gd name="connsiteX3" fmla="*/ 12791969 w 15003676"/>
                <a:gd name="connsiteY3" fmla="*/ 0 h 2091593"/>
                <a:gd name="connsiteX4" fmla="*/ 15003676 w 15003676"/>
                <a:gd name="connsiteY4" fmla="*/ 1993926 h 2091593"/>
                <a:gd name="connsiteX5" fmla="*/ 14856297 w 15003676"/>
                <a:gd name="connsiteY5" fmla="*/ 2091553 h 2091593"/>
                <a:gd name="connsiteX6" fmla="*/ 0 w 15003676"/>
                <a:gd name="connsiteY6" fmla="*/ 2084640 h 2091593"/>
                <a:gd name="connsiteX0" fmla="*/ 38103 w 15041779"/>
                <a:gd name="connsiteY0" fmla="*/ 2084640 h 2091593"/>
                <a:gd name="connsiteX1" fmla="*/ 92549 w 15041779"/>
                <a:gd name="connsiteY1" fmla="*/ 1920103 h 2091593"/>
                <a:gd name="connsiteX2" fmla="*/ 2270017 w 15041779"/>
                <a:gd name="connsiteY2" fmla="*/ 0 h 2091593"/>
                <a:gd name="connsiteX3" fmla="*/ 12830072 w 15041779"/>
                <a:gd name="connsiteY3" fmla="*/ 0 h 2091593"/>
                <a:gd name="connsiteX4" fmla="*/ 15041779 w 15041779"/>
                <a:gd name="connsiteY4" fmla="*/ 1993926 h 2091593"/>
                <a:gd name="connsiteX5" fmla="*/ 14894400 w 15041779"/>
                <a:gd name="connsiteY5" fmla="*/ 2091553 h 2091593"/>
                <a:gd name="connsiteX6" fmla="*/ 38103 w 15041779"/>
                <a:gd name="connsiteY6" fmla="*/ 2084640 h 2091593"/>
                <a:gd name="connsiteX0" fmla="*/ 0 w 15079876"/>
                <a:gd name="connsiteY0" fmla="*/ 2103690 h 2103690"/>
                <a:gd name="connsiteX1" fmla="*/ 130646 w 15079876"/>
                <a:gd name="connsiteY1" fmla="*/ 1920103 h 2103690"/>
                <a:gd name="connsiteX2" fmla="*/ 2308114 w 15079876"/>
                <a:gd name="connsiteY2" fmla="*/ 0 h 2103690"/>
                <a:gd name="connsiteX3" fmla="*/ 12868169 w 15079876"/>
                <a:gd name="connsiteY3" fmla="*/ 0 h 2103690"/>
                <a:gd name="connsiteX4" fmla="*/ 15079876 w 15079876"/>
                <a:gd name="connsiteY4" fmla="*/ 1993926 h 2103690"/>
                <a:gd name="connsiteX5" fmla="*/ 14932497 w 15079876"/>
                <a:gd name="connsiteY5" fmla="*/ 2091553 h 2103690"/>
                <a:gd name="connsiteX6" fmla="*/ 0 w 15079876"/>
                <a:gd name="connsiteY6" fmla="*/ 2103690 h 2103690"/>
                <a:gd name="connsiteX0" fmla="*/ 0 w 15079876"/>
                <a:gd name="connsiteY0" fmla="*/ 2103690 h 2103690"/>
                <a:gd name="connsiteX1" fmla="*/ 130646 w 15079876"/>
                <a:gd name="connsiteY1" fmla="*/ 1920103 h 2103690"/>
                <a:gd name="connsiteX2" fmla="*/ 2308114 w 15079876"/>
                <a:gd name="connsiteY2" fmla="*/ 0 h 2103690"/>
                <a:gd name="connsiteX3" fmla="*/ 12868169 w 15079876"/>
                <a:gd name="connsiteY3" fmla="*/ 0 h 2103690"/>
                <a:gd name="connsiteX4" fmla="*/ 15079876 w 15079876"/>
                <a:gd name="connsiteY4" fmla="*/ 1993926 h 2103690"/>
                <a:gd name="connsiteX5" fmla="*/ 14932497 w 15079876"/>
                <a:gd name="connsiteY5" fmla="*/ 2091553 h 2103690"/>
                <a:gd name="connsiteX6" fmla="*/ 0 w 15079876"/>
                <a:gd name="connsiteY6" fmla="*/ 2103690 h 2103690"/>
                <a:gd name="connsiteX0" fmla="*/ 16987 w 15096863"/>
                <a:gd name="connsiteY0" fmla="*/ 2103690 h 2103690"/>
                <a:gd name="connsiteX1" fmla="*/ 147633 w 15096863"/>
                <a:gd name="connsiteY1" fmla="*/ 1920103 h 2103690"/>
                <a:gd name="connsiteX2" fmla="*/ 2325101 w 15096863"/>
                <a:gd name="connsiteY2" fmla="*/ 0 h 2103690"/>
                <a:gd name="connsiteX3" fmla="*/ 12885156 w 15096863"/>
                <a:gd name="connsiteY3" fmla="*/ 0 h 2103690"/>
                <a:gd name="connsiteX4" fmla="*/ 15096863 w 15096863"/>
                <a:gd name="connsiteY4" fmla="*/ 1993926 h 2103690"/>
                <a:gd name="connsiteX5" fmla="*/ 14949484 w 15096863"/>
                <a:gd name="connsiteY5" fmla="*/ 2091553 h 2103690"/>
                <a:gd name="connsiteX6" fmla="*/ 16987 w 15096863"/>
                <a:gd name="connsiteY6" fmla="*/ 2103690 h 2103690"/>
                <a:gd name="connsiteX0" fmla="*/ 3532 w 15083408"/>
                <a:gd name="connsiteY0" fmla="*/ 2103690 h 2103690"/>
                <a:gd name="connsiteX1" fmla="*/ 134178 w 15083408"/>
                <a:gd name="connsiteY1" fmla="*/ 1920103 h 2103690"/>
                <a:gd name="connsiteX2" fmla="*/ 2311646 w 15083408"/>
                <a:gd name="connsiteY2" fmla="*/ 0 h 2103690"/>
                <a:gd name="connsiteX3" fmla="*/ 12871701 w 15083408"/>
                <a:gd name="connsiteY3" fmla="*/ 0 h 2103690"/>
                <a:gd name="connsiteX4" fmla="*/ 15083408 w 15083408"/>
                <a:gd name="connsiteY4" fmla="*/ 1993926 h 2103690"/>
                <a:gd name="connsiteX5" fmla="*/ 14936029 w 15083408"/>
                <a:gd name="connsiteY5" fmla="*/ 2091553 h 2103690"/>
                <a:gd name="connsiteX6" fmla="*/ 3532 w 15083408"/>
                <a:gd name="connsiteY6" fmla="*/ 2103690 h 2103690"/>
                <a:gd name="connsiteX0" fmla="*/ 2630 w 15082506"/>
                <a:gd name="connsiteY0" fmla="*/ 2103690 h 2103690"/>
                <a:gd name="connsiteX1" fmla="*/ 133276 w 15082506"/>
                <a:gd name="connsiteY1" fmla="*/ 1920103 h 2103690"/>
                <a:gd name="connsiteX2" fmla="*/ 2310744 w 15082506"/>
                <a:gd name="connsiteY2" fmla="*/ 0 h 2103690"/>
                <a:gd name="connsiteX3" fmla="*/ 12870799 w 15082506"/>
                <a:gd name="connsiteY3" fmla="*/ 0 h 2103690"/>
                <a:gd name="connsiteX4" fmla="*/ 15082506 w 15082506"/>
                <a:gd name="connsiteY4" fmla="*/ 1993926 h 2103690"/>
                <a:gd name="connsiteX5" fmla="*/ 14935127 w 15082506"/>
                <a:gd name="connsiteY5" fmla="*/ 2091553 h 2103690"/>
                <a:gd name="connsiteX6" fmla="*/ 2630 w 15082506"/>
                <a:gd name="connsiteY6" fmla="*/ 2103690 h 2103690"/>
                <a:gd name="connsiteX0" fmla="*/ 3057 w 15082933"/>
                <a:gd name="connsiteY0" fmla="*/ 2103690 h 2103690"/>
                <a:gd name="connsiteX1" fmla="*/ 133703 w 15082933"/>
                <a:gd name="connsiteY1" fmla="*/ 1920103 h 2103690"/>
                <a:gd name="connsiteX2" fmla="*/ 2311171 w 15082933"/>
                <a:gd name="connsiteY2" fmla="*/ 0 h 2103690"/>
                <a:gd name="connsiteX3" fmla="*/ 12871226 w 15082933"/>
                <a:gd name="connsiteY3" fmla="*/ 0 h 2103690"/>
                <a:gd name="connsiteX4" fmla="*/ 15082933 w 15082933"/>
                <a:gd name="connsiteY4" fmla="*/ 1993926 h 2103690"/>
                <a:gd name="connsiteX5" fmla="*/ 14935554 w 15082933"/>
                <a:gd name="connsiteY5" fmla="*/ 2091553 h 2103690"/>
                <a:gd name="connsiteX6" fmla="*/ 3057 w 15082933"/>
                <a:gd name="connsiteY6" fmla="*/ 2103690 h 2103690"/>
                <a:gd name="connsiteX0" fmla="*/ 2377 w 15087015"/>
                <a:gd name="connsiteY0" fmla="*/ 2113215 h 2113215"/>
                <a:gd name="connsiteX1" fmla="*/ 137785 w 15087015"/>
                <a:gd name="connsiteY1" fmla="*/ 1920103 h 2113215"/>
                <a:gd name="connsiteX2" fmla="*/ 2315253 w 15087015"/>
                <a:gd name="connsiteY2" fmla="*/ 0 h 2113215"/>
                <a:gd name="connsiteX3" fmla="*/ 12875308 w 15087015"/>
                <a:gd name="connsiteY3" fmla="*/ 0 h 2113215"/>
                <a:gd name="connsiteX4" fmla="*/ 15087015 w 15087015"/>
                <a:gd name="connsiteY4" fmla="*/ 1993926 h 2113215"/>
                <a:gd name="connsiteX5" fmla="*/ 14939636 w 15087015"/>
                <a:gd name="connsiteY5" fmla="*/ 2091553 h 2113215"/>
                <a:gd name="connsiteX6" fmla="*/ 2377 w 15087015"/>
                <a:gd name="connsiteY6" fmla="*/ 2113215 h 2113215"/>
                <a:gd name="connsiteX0" fmla="*/ 1026 w 15085664"/>
                <a:gd name="connsiteY0" fmla="*/ 2113215 h 2113215"/>
                <a:gd name="connsiteX1" fmla="*/ 136434 w 15085664"/>
                <a:gd name="connsiteY1" fmla="*/ 1920103 h 2113215"/>
                <a:gd name="connsiteX2" fmla="*/ 2313902 w 15085664"/>
                <a:gd name="connsiteY2" fmla="*/ 0 h 2113215"/>
                <a:gd name="connsiteX3" fmla="*/ 12873957 w 15085664"/>
                <a:gd name="connsiteY3" fmla="*/ 0 h 2113215"/>
                <a:gd name="connsiteX4" fmla="*/ 15085664 w 15085664"/>
                <a:gd name="connsiteY4" fmla="*/ 1993926 h 2113215"/>
                <a:gd name="connsiteX5" fmla="*/ 14938285 w 15085664"/>
                <a:gd name="connsiteY5" fmla="*/ 2091553 h 2113215"/>
                <a:gd name="connsiteX6" fmla="*/ 1026 w 15085664"/>
                <a:gd name="connsiteY6" fmla="*/ 2113215 h 2113215"/>
                <a:gd name="connsiteX0" fmla="*/ 1026 w 15090444"/>
                <a:gd name="connsiteY0" fmla="*/ 2113215 h 2113215"/>
                <a:gd name="connsiteX1" fmla="*/ 136434 w 15090444"/>
                <a:gd name="connsiteY1" fmla="*/ 1920103 h 2113215"/>
                <a:gd name="connsiteX2" fmla="*/ 2313902 w 15090444"/>
                <a:gd name="connsiteY2" fmla="*/ 0 h 2113215"/>
                <a:gd name="connsiteX3" fmla="*/ 12873957 w 15090444"/>
                <a:gd name="connsiteY3" fmla="*/ 0 h 2113215"/>
                <a:gd name="connsiteX4" fmla="*/ 15085664 w 15090444"/>
                <a:gd name="connsiteY4" fmla="*/ 1993926 h 2113215"/>
                <a:gd name="connsiteX5" fmla="*/ 14938285 w 15090444"/>
                <a:gd name="connsiteY5" fmla="*/ 2091553 h 2113215"/>
                <a:gd name="connsiteX6" fmla="*/ 1026 w 15090444"/>
                <a:gd name="connsiteY6" fmla="*/ 2113215 h 2113215"/>
                <a:gd name="connsiteX0" fmla="*/ 1026 w 15097327"/>
                <a:gd name="connsiteY0" fmla="*/ 2113215 h 2113215"/>
                <a:gd name="connsiteX1" fmla="*/ 136434 w 15097327"/>
                <a:gd name="connsiteY1" fmla="*/ 1920103 h 2113215"/>
                <a:gd name="connsiteX2" fmla="*/ 2313902 w 15097327"/>
                <a:gd name="connsiteY2" fmla="*/ 0 h 2113215"/>
                <a:gd name="connsiteX3" fmla="*/ 12873957 w 15097327"/>
                <a:gd name="connsiteY3" fmla="*/ 0 h 2113215"/>
                <a:gd name="connsiteX4" fmla="*/ 15085664 w 15097327"/>
                <a:gd name="connsiteY4" fmla="*/ 1993926 h 2113215"/>
                <a:gd name="connsiteX5" fmla="*/ 14938285 w 15097327"/>
                <a:gd name="connsiteY5" fmla="*/ 2091553 h 2113215"/>
                <a:gd name="connsiteX6" fmla="*/ 1026 w 15097327"/>
                <a:gd name="connsiteY6" fmla="*/ 2113215 h 2113215"/>
                <a:gd name="connsiteX0" fmla="*/ 1026 w 15097327"/>
                <a:gd name="connsiteY0" fmla="*/ 2113215 h 2113215"/>
                <a:gd name="connsiteX1" fmla="*/ 136434 w 15097327"/>
                <a:gd name="connsiteY1" fmla="*/ 1920103 h 2113215"/>
                <a:gd name="connsiteX2" fmla="*/ 2313902 w 15097327"/>
                <a:gd name="connsiteY2" fmla="*/ 0 h 2113215"/>
                <a:gd name="connsiteX3" fmla="*/ 12873957 w 15097327"/>
                <a:gd name="connsiteY3" fmla="*/ 0 h 2113215"/>
                <a:gd name="connsiteX4" fmla="*/ 15085664 w 15097327"/>
                <a:gd name="connsiteY4" fmla="*/ 1993926 h 2113215"/>
                <a:gd name="connsiteX5" fmla="*/ 14938285 w 15097327"/>
                <a:gd name="connsiteY5" fmla="*/ 2091553 h 2113215"/>
                <a:gd name="connsiteX6" fmla="*/ 1026 w 15097327"/>
                <a:gd name="connsiteY6" fmla="*/ 2113215 h 2113215"/>
                <a:gd name="connsiteX0" fmla="*/ 527 w 15112068"/>
                <a:gd name="connsiteY0" fmla="*/ 2105595 h 2105595"/>
                <a:gd name="connsiteX1" fmla="*/ 151175 w 15112068"/>
                <a:gd name="connsiteY1" fmla="*/ 1920103 h 2105595"/>
                <a:gd name="connsiteX2" fmla="*/ 2328643 w 15112068"/>
                <a:gd name="connsiteY2" fmla="*/ 0 h 2105595"/>
                <a:gd name="connsiteX3" fmla="*/ 12888698 w 15112068"/>
                <a:gd name="connsiteY3" fmla="*/ 0 h 2105595"/>
                <a:gd name="connsiteX4" fmla="*/ 15100405 w 15112068"/>
                <a:gd name="connsiteY4" fmla="*/ 1993926 h 2105595"/>
                <a:gd name="connsiteX5" fmla="*/ 14953026 w 15112068"/>
                <a:gd name="connsiteY5" fmla="*/ 2091553 h 2105595"/>
                <a:gd name="connsiteX6" fmla="*/ 527 w 15112068"/>
                <a:gd name="connsiteY6" fmla="*/ 2105595 h 2105595"/>
                <a:gd name="connsiteX0" fmla="*/ 527 w 15112068"/>
                <a:gd name="connsiteY0" fmla="*/ 2105595 h 2105595"/>
                <a:gd name="connsiteX1" fmla="*/ 151175 w 15112068"/>
                <a:gd name="connsiteY1" fmla="*/ 1920103 h 2105595"/>
                <a:gd name="connsiteX2" fmla="*/ 2328643 w 15112068"/>
                <a:gd name="connsiteY2" fmla="*/ 0 h 2105595"/>
                <a:gd name="connsiteX3" fmla="*/ 12888698 w 15112068"/>
                <a:gd name="connsiteY3" fmla="*/ 0 h 2105595"/>
                <a:gd name="connsiteX4" fmla="*/ 15100405 w 15112068"/>
                <a:gd name="connsiteY4" fmla="*/ 1993926 h 2105595"/>
                <a:gd name="connsiteX5" fmla="*/ 14953026 w 15112068"/>
                <a:gd name="connsiteY5" fmla="*/ 2091553 h 2105595"/>
                <a:gd name="connsiteX6" fmla="*/ 527 w 15112068"/>
                <a:gd name="connsiteY6" fmla="*/ 2105595 h 2105595"/>
                <a:gd name="connsiteX0" fmla="*/ 527 w 15112068"/>
                <a:gd name="connsiteY0" fmla="*/ 2105595 h 2105595"/>
                <a:gd name="connsiteX1" fmla="*/ 151175 w 15112068"/>
                <a:gd name="connsiteY1" fmla="*/ 1920103 h 2105595"/>
                <a:gd name="connsiteX2" fmla="*/ 2328643 w 15112068"/>
                <a:gd name="connsiteY2" fmla="*/ 0 h 2105595"/>
                <a:gd name="connsiteX3" fmla="*/ 12888698 w 15112068"/>
                <a:gd name="connsiteY3" fmla="*/ 0 h 2105595"/>
                <a:gd name="connsiteX4" fmla="*/ 15100405 w 15112068"/>
                <a:gd name="connsiteY4" fmla="*/ 1993926 h 2105595"/>
                <a:gd name="connsiteX5" fmla="*/ 14953026 w 15112068"/>
                <a:gd name="connsiteY5" fmla="*/ 2091553 h 2105595"/>
                <a:gd name="connsiteX6" fmla="*/ 527 w 15112068"/>
                <a:gd name="connsiteY6" fmla="*/ 2105595 h 2105595"/>
                <a:gd name="connsiteX0" fmla="*/ 75025 w 15018926"/>
                <a:gd name="connsiteY0" fmla="*/ 2105595 h 2105595"/>
                <a:gd name="connsiteX1" fmla="*/ 58033 w 15018926"/>
                <a:gd name="connsiteY1" fmla="*/ 1920103 h 2105595"/>
                <a:gd name="connsiteX2" fmla="*/ 2235501 w 15018926"/>
                <a:gd name="connsiteY2" fmla="*/ 0 h 2105595"/>
                <a:gd name="connsiteX3" fmla="*/ 12795556 w 15018926"/>
                <a:gd name="connsiteY3" fmla="*/ 0 h 2105595"/>
                <a:gd name="connsiteX4" fmla="*/ 15007263 w 15018926"/>
                <a:gd name="connsiteY4" fmla="*/ 1993926 h 2105595"/>
                <a:gd name="connsiteX5" fmla="*/ 14859884 w 15018926"/>
                <a:gd name="connsiteY5" fmla="*/ 2091553 h 2105595"/>
                <a:gd name="connsiteX6" fmla="*/ 75025 w 15018926"/>
                <a:gd name="connsiteY6" fmla="*/ 2105595 h 2105595"/>
                <a:gd name="connsiteX0" fmla="*/ 81778 w 15025679"/>
                <a:gd name="connsiteY0" fmla="*/ 2105595 h 2105595"/>
                <a:gd name="connsiteX1" fmla="*/ 64786 w 15025679"/>
                <a:gd name="connsiteY1" fmla="*/ 1920103 h 2105595"/>
                <a:gd name="connsiteX2" fmla="*/ 2242254 w 15025679"/>
                <a:gd name="connsiteY2" fmla="*/ 0 h 2105595"/>
                <a:gd name="connsiteX3" fmla="*/ 12802309 w 15025679"/>
                <a:gd name="connsiteY3" fmla="*/ 0 h 2105595"/>
                <a:gd name="connsiteX4" fmla="*/ 15014016 w 15025679"/>
                <a:gd name="connsiteY4" fmla="*/ 1993926 h 2105595"/>
                <a:gd name="connsiteX5" fmla="*/ 14866637 w 15025679"/>
                <a:gd name="connsiteY5" fmla="*/ 2091553 h 2105595"/>
                <a:gd name="connsiteX6" fmla="*/ 81778 w 15025679"/>
                <a:gd name="connsiteY6" fmla="*/ 2105595 h 2105595"/>
                <a:gd name="connsiteX0" fmla="*/ 67515 w 15030466"/>
                <a:gd name="connsiteY0" fmla="*/ 2103213 h 2103213"/>
                <a:gd name="connsiteX1" fmla="*/ 69573 w 15030466"/>
                <a:gd name="connsiteY1" fmla="*/ 1920103 h 2103213"/>
                <a:gd name="connsiteX2" fmla="*/ 2247041 w 15030466"/>
                <a:gd name="connsiteY2" fmla="*/ 0 h 2103213"/>
                <a:gd name="connsiteX3" fmla="*/ 12807096 w 15030466"/>
                <a:gd name="connsiteY3" fmla="*/ 0 h 2103213"/>
                <a:gd name="connsiteX4" fmla="*/ 15018803 w 15030466"/>
                <a:gd name="connsiteY4" fmla="*/ 1993926 h 2103213"/>
                <a:gd name="connsiteX5" fmla="*/ 14871424 w 15030466"/>
                <a:gd name="connsiteY5" fmla="*/ 2091553 h 2103213"/>
                <a:gd name="connsiteX6" fmla="*/ 67515 w 15030466"/>
                <a:gd name="connsiteY6" fmla="*/ 2103213 h 2103213"/>
                <a:gd name="connsiteX0" fmla="*/ 1110668 w 16073619"/>
                <a:gd name="connsiteY0" fmla="*/ 2103213 h 2129276"/>
                <a:gd name="connsiteX1" fmla="*/ 1062722 w 16073619"/>
                <a:gd name="connsiteY1" fmla="*/ 2098696 h 2129276"/>
                <a:gd name="connsiteX2" fmla="*/ 1112726 w 16073619"/>
                <a:gd name="connsiteY2" fmla="*/ 1920103 h 2129276"/>
                <a:gd name="connsiteX3" fmla="*/ 3290194 w 16073619"/>
                <a:gd name="connsiteY3" fmla="*/ 0 h 2129276"/>
                <a:gd name="connsiteX4" fmla="*/ 13850249 w 16073619"/>
                <a:gd name="connsiteY4" fmla="*/ 0 h 2129276"/>
                <a:gd name="connsiteX5" fmla="*/ 16061956 w 16073619"/>
                <a:gd name="connsiteY5" fmla="*/ 1993926 h 2129276"/>
                <a:gd name="connsiteX6" fmla="*/ 15914577 w 16073619"/>
                <a:gd name="connsiteY6" fmla="*/ 2091553 h 2129276"/>
                <a:gd name="connsiteX7" fmla="*/ 1110668 w 16073619"/>
                <a:gd name="connsiteY7" fmla="*/ 2103213 h 2129276"/>
                <a:gd name="connsiteX0" fmla="*/ 14978703 w 15137745"/>
                <a:gd name="connsiteY0" fmla="*/ 2091553 h 2129276"/>
                <a:gd name="connsiteX1" fmla="*/ 126848 w 15137745"/>
                <a:gd name="connsiteY1" fmla="*/ 2098696 h 2129276"/>
                <a:gd name="connsiteX2" fmla="*/ 176852 w 15137745"/>
                <a:gd name="connsiteY2" fmla="*/ 1920103 h 2129276"/>
                <a:gd name="connsiteX3" fmla="*/ 2354320 w 15137745"/>
                <a:gd name="connsiteY3" fmla="*/ 0 h 2129276"/>
                <a:gd name="connsiteX4" fmla="*/ 12914375 w 15137745"/>
                <a:gd name="connsiteY4" fmla="*/ 0 h 2129276"/>
                <a:gd name="connsiteX5" fmla="*/ 15126082 w 15137745"/>
                <a:gd name="connsiteY5" fmla="*/ 1993926 h 2129276"/>
                <a:gd name="connsiteX6" fmla="*/ 14978703 w 15137745"/>
                <a:gd name="connsiteY6" fmla="*/ 2091553 h 2129276"/>
                <a:gd name="connsiteX0" fmla="*/ 14918478 w 15077520"/>
                <a:gd name="connsiteY0" fmla="*/ 2091553 h 2098696"/>
                <a:gd name="connsiteX1" fmla="*/ 66623 w 15077520"/>
                <a:gd name="connsiteY1" fmla="*/ 2098696 h 2098696"/>
                <a:gd name="connsiteX2" fmla="*/ 116627 w 15077520"/>
                <a:gd name="connsiteY2" fmla="*/ 1920103 h 2098696"/>
                <a:gd name="connsiteX3" fmla="*/ 2294095 w 15077520"/>
                <a:gd name="connsiteY3" fmla="*/ 0 h 2098696"/>
                <a:gd name="connsiteX4" fmla="*/ 12854150 w 15077520"/>
                <a:gd name="connsiteY4" fmla="*/ 0 h 2098696"/>
                <a:gd name="connsiteX5" fmla="*/ 15065857 w 15077520"/>
                <a:gd name="connsiteY5" fmla="*/ 1993926 h 2098696"/>
                <a:gd name="connsiteX6" fmla="*/ 14918478 w 15077520"/>
                <a:gd name="connsiteY6" fmla="*/ 2091553 h 2098696"/>
                <a:gd name="connsiteX0" fmla="*/ 14892441 w 15051483"/>
                <a:gd name="connsiteY0" fmla="*/ 2091553 h 2098696"/>
                <a:gd name="connsiteX1" fmla="*/ 40586 w 15051483"/>
                <a:gd name="connsiteY1" fmla="*/ 2098696 h 2098696"/>
                <a:gd name="connsiteX2" fmla="*/ 90590 w 15051483"/>
                <a:gd name="connsiteY2" fmla="*/ 1920103 h 2098696"/>
                <a:gd name="connsiteX3" fmla="*/ 2268058 w 15051483"/>
                <a:gd name="connsiteY3" fmla="*/ 0 h 2098696"/>
                <a:gd name="connsiteX4" fmla="*/ 12828113 w 15051483"/>
                <a:gd name="connsiteY4" fmla="*/ 0 h 2098696"/>
                <a:gd name="connsiteX5" fmla="*/ 15039820 w 15051483"/>
                <a:gd name="connsiteY5" fmla="*/ 1993926 h 2098696"/>
                <a:gd name="connsiteX6" fmla="*/ 14892441 w 15051483"/>
                <a:gd name="connsiteY6" fmla="*/ 2091553 h 2098696"/>
                <a:gd name="connsiteX0" fmla="*/ 14898415 w 15057457"/>
                <a:gd name="connsiteY0" fmla="*/ 2091553 h 2098696"/>
                <a:gd name="connsiteX1" fmla="*/ 46560 w 15057457"/>
                <a:gd name="connsiteY1" fmla="*/ 2098696 h 2098696"/>
                <a:gd name="connsiteX2" fmla="*/ 96564 w 15057457"/>
                <a:gd name="connsiteY2" fmla="*/ 1920103 h 2098696"/>
                <a:gd name="connsiteX3" fmla="*/ 2274032 w 15057457"/>
                <a:gd name="connsiteY3" fmla="*/ 0 h 2098696"/>
                <a:gd name="connsiteX4" fmla="*/ 12834087 w 15057457"/>
                <a:gd name="connsiteY4" fmla="*/ 0 h 2098696"/>
                <a:gd name="connsiteX5" fmla="*/ 15045794 w 15057457"/>
                <a:gd name="connsiteY5" fmla="*/ 1993926 h 2098696"/>
                <a:gd name="connsiteX6" fmla="*/ 14898415 w 15057457"/>
                <a:gd name="connsiteY6" fmla="*/ 2091553 h 2098696"/>
                <a:gd name="connsiteX0" fmla="*/ 14903890 w 15062932"/>
                <a:gd name="connsiteY0" fmla="*/ 2091553 h 2101871"/>
                <a:gd name="connsiteX1" fmla="*/ 39335 w 15062932"/>
                <a:gd name="connsiteY1" fmla="*/ 2101871 h 2101871"/>
                <a:gd name="connsiteX2" fmla="*/ 102039 w 15062932"/>
                <a:gd name="connsiteY2" fmla="*/ 1920103 h 2101871"/>
                <a:gd name="connsiteX3" fmla="*/ 2279507 w 15062932"/>
                <a:gd name="connsiteY3" fmla="*/ 0 h 2101871"/>
                <a:gd name="connsiteX4" fmla="*/ 12839562 w 15062932"/>
                <a:gd name="connsiteY4" fmla="*/ 0 h 2101871"/>
                <a:gd name="connsiteX5" fmla="*/ 15051269 w 15062932"/>
                <a:gd name="connsiteY5" fmla="*/ 1993926 h 2101871"/>
                <a:gd name="connsiteX6" fmla="*/ 14903890 w 15062932"/>
                <a:gd name="connsiteY6" fmla="*/ 2091553 h 2101871"/>
                <a:gd name="connsiteX0" fmla="*/ 14894068 w 15053110"/>
                <a:gd name="connsiteY0" fmla="*/ 2091553 h 2101871"/>
                <a:gd name="connsiteX1" fmla="*/ 29513 w 15053110"/>
                <a:gd name="connsiteY1" fmla="*/ 2101871 h 2101871"/>
                <a:gd name="connsiteX2" fmla="*/ 92217 w 15053110"/>
                <a:gd name="connsiteY2" fmla="*/ 1920103 h 2101871"/>
                <a:gd name="connsiteX3" fmla="*/ 2269685 w 15053110"/>
                <a:gd name="connsiteY3" fmla="*/ 0 h 2101871"/>
                <a:gd name="connsiteX4" fmla="*/ 12829740 w 15053110"/>
                <a:gd name="connsiteY4" fmla="*/ 0 h 2101871"/>
                <a:gd name="connsiteX5" fmla="*/ 15041447 w 15053110"/>
                <a:gd name="connsiteY5" fmla="*/ 1993926 h 2101871"/>
                <a:gd name="connsiteX6" fmla="*/ 14894068 w 15053110"/>
                <a:gd name="connsiteY6" fmla="*/ 2091553 h 2101871"/>
                <a:gd name="connsiteX0" fmla="*/ 14898924 w 15057966"/>
                <a:gd name="connsiteY0" fmla="*/ 2091553 h 2101871"/>
                <a:gd name="connsiteX1" fmla="*/ 34369 w 15057966"/>
                <a:gd name="connsiteY1" fmla="*/ 2101871 h 2101871"/>
                <a:gd name="connsiteX2" fmla="*/ 97073 w 15057966"/>
                <a:gd name="connsiteY2" fmla="*/ 1920103 h 2101871"/>
                <a:gd name="connsiteX3" fmla="*/ 2274541 w 15057966"/>
                <a:gd name="connsiteY3" fmla="*/ 0 h 2101871"/>
                <a:gd name="connsiteX4" fmla="*/ 12834596 w 15057966"/>
                <a:gd name="connsiteY4" fmla="*/ 0 h 2101871"/>
                <a:gd name="connsiteX5" fmla="*/ 15046303 w 15057966"/>
                <a:gd name="connsiteY5" fmla="*/ 1993926 h 2101871"/>
                <a:gd name="connsiteX6" fmla="*/ 14898924 w 15057966"/>
                <a:gd name="connsiteY6" fmla="*/ 2091553 h 2101871"/>
                <a:gd name="connsiteX0" fmla="*/ 14892336 w 15051378"/>
                <a:gd name="connsiteY0" fmla="*/ 2091553 h 2101871"/>
                <a:gd name="connsiteX1" fmla="*/ 27781 w 15051378"/>
                <a:gd name="connsiteY1" fmla="*/ 2101871 h 2101871"/>
                <a:gd name="connsiteX2" fmla="*/ 90485 w 15051378"/>
                <a:gd name="connsiteY2" fmla="*/ 1920103 h 2101871"/>
                <a:gd name="connsiteX3" fmla="*/ 2267953 w 15051378"/>
                <a:gd name="connsiteY3" fmla="*/ 0 h 2101871"/>
                <a:gd name="connsiteX4" fmla="*/ 12828008 w 15051378"/>
                <a:gd name="connsiteY4" fmla="*/ 0 h 2101871"/>
                <a:gd name="connsiteX5" fmla="*/ 15039715 w 15051378"/>
                <a:gd name="connsiteY5" fmla="*/ 1993926 h 2101871"/>
                <a:gd name="connsiteX6" fmla="*/ 14892336 w 15051378"/>
                <a:gd name="connsiteY6" fmla="*/ 2091553 h 2101871"/>
                <a:gd name="connsiteX0" fmla="*/ 14900281 w 15059323"/>
                <a:gd name="connsiteY0" fmla="*/ 2091553 h 2101871"/>
                <a:gd name="connsiteX1" fmla="*/ 35726 w 15059323"/>
                <a:gd name="connsiteY1" fmla="*/ 2101871 h 2101871"/>
                <a:gd name="connsiteX2" fmla="*/ 98430 w 15059323"/>
                <a:gd name="connsiteY2" fmla="*/ 1920103 h 2101871"/>
                <a:gd name="connsiteX3" fmla="*/ 2275898 w 15059323"/>
                <a:gd name="connsiteY3" fmla="*/ 0 h 2101871"/>
                <a:gd name="connsiteX4" fmla="*/ 12835953 w 15059323"/>
                <a:gd name="connsiteY4" fmla="*/ 0 h 2101871"/>
                <a:gd name="connsiteX5" fmla="*/ 15047660 w 15059323"/>
                <a:gd name="connsiteY5" fmla="*/ 1993926 h 2101871"/>
                <a:gd name="connsiteX6" fmla="*/ 14900281 w 15059323"/>
                <a:gd name="connsiteY6" fmla="*/ 2091553 h 2101871"/>
                <a:gd name="connsiteX0" fmla="*/ 14892230 w 15051272"/>
                <a:gd name="connsiteY0" fmla="*/ 2091553 h 2101871"/>
                <a:gd name="connsiteX1" fmla="*/ 27675 w 15051272"/>
                <a:gd name="connsiteY1" fmla="*/ 2101871 h 2101871"/>
                <a:gd name="connsiteX2" fmla="*/ 90379 w 15051272"/>
                <a:gd name="connsiteY2" fmla="*/ 1920103 h 2101871"/>
                <a:gd name="connsiteX3" fmla="*/ 2267847 w 15051272"/>
                <a:gd name="connsiteY3" fmla="*/ 0 h 2101871"/>
                <a:gd name="connsiteX4" fmla="*/ 12827902 w 15051272"/>
                <a:gd name="connsiteY4" fmla="*/ 0 h 2101871"/>
                <a:gd name="connsiteX5" fmla="*/ 15039609 w 15051272"/>
                <a:gd name="connsiteY5" fmla="*/ 1993926 h 2101871"/>
                <a:gd name="connsiteX6" fmla="*/ 14892230 w 15051272"/>
                <a:gd name="connsiteY6" fmla="*/ 2091553 h 2101871"/>
                <a:gd name="connsiteX0" fmla="*/ 14908827 w 15067869"/>
                <a:gd name="connsiteY0" fmla="*/ 2091553 h 2101871"/>
                <a:gd name="connsiteX1" fmla="*/ 22047 w 15067869"/>
                <a:gd name="connsiteY1" fmla="*/ 2101871 h 2101871"/>
                <a:gd name="connsiteX2" fmla="*/ 106976 w 15067869"/>
                <a:gd name="connsiteY2" fmla="*/ 1920103 h 2101871"/>
                <a:gd name="connsiteX3" fmla="*/ 2284444 w 15067869"/>
                <a:gd name="connsiteY3" fmla="*/ 0 h 2101871"/>
                <a:gd name="connsiteX4" fmla="*/ 12844499 w 15067869"/>
                <a:gd name="connsiteY4" fmla="*/ 0 h 2101871"/>
                <a:gd name="connsiteX5" fmla="*/ 15056206 w 15067869"/>
                <a:gd name="connsiteY5" fmla="*/ 1993926 h 2101871"/>
                <a:gd name="connsiteX6" fmla="*/ 14908827 w 15067869"/>
                <a:gd name="connsiteY6" fmla="*/ 2091553 h 2101871"/>
                <a:gd name="connsiteX0" fmla="*/ 14914427 w 15073469"/>
                <a:gd name="connsiteY0" fmla="*/ 2091553 h 2101871"/>
                <a:gd name="connsiteX1" fmla="*/ 27647 w 15073469"/>
                <a:gd name="connsiteY1" fmla="*/ 2101871 h 2101871"/>
                <a:gd name="connsiteX2" fmla="*/ 112576 w 15073469"/>
                <a:gd name="connsiteY2" fmla="*/ 1920103 h 2101871"/>
                <a:gd name="connsiteX3" fmla="*/ 2290044 w 15073469"/>
                <a:gd name="connsiteY3" fmla="*/ 0 h 2101871"/>
                <a:gd name="connsiteX4" fmla="*/ 12850099 w 15073469"/>
                <a:gd name="connsiteY4" fmla="*/ 0 h 2101871"/>
                <a:gd name="connsiteX5" fmla="*/ 15061806 w 15073469"/>
                <a:gd name="connsiteY5" fmla="*/ 1993926 h 2101871"/>
                <a:gd name="connsiteX6" fmla="*/ 14914427 w 15073469"/>
                <a:gd name="connsiteY6" fmla="*/ 2091553 h 2101871"/>
                <a:gd name="connsiteX0" fmla="*/ 14911607 w 15070649"/>
                <a:gd name="connsiteY0" fmla="*/ 2091553 h 2101871"/>
                <a:gd name="connsiteX1" fmla="*/ 24827 w 15070649"/>
                <a:gd name="connsiteY1" fmla="*/ 2101871 h 2101871"/>
                <a:gd name="connsiteX2" fmla="*/ 109756 w 15070649"/>
                <a:gd name="connsiteY2" fmla="*/ 1920103 h 2101871"/>
                <a:gd name="connsiteX3" fmla="*/ 2287224 w 15070649"/>
                <a:gd name="connsiteY3" fmla="*/ 0 h 2101871"/>
                <a:gd name="connsiteX4" fmla="*/ 12847279 w 15070649"/>
                <a:gd name="connsiteY4" fmla="*/ 0 h 2101871"/>
                <a:gd name="connsiteX5" fmla="*/ 15058986 w 15070649"/>
                <a:gd name="connsiteY5" fmla="*/ 1993926 h 2101871"/>
                <a:gd name="connsiteX6" fmla="*/ 14911607 w 15070649"/>
                <a:gd name="connsiteY6" fmla="*/ 2091553 h 2101871"/>
                <a:gd name="connsiteX0" fmla="*/ 14915747 w 15074789"/>
                <a:gd name="connsiteY0" fmla="*/ 2091553 h 2102737"/>
                <a:gd name="connsiteX1" fmla="*/ 28967 w 15074789"/>
                <a:gd name="connsiteY1" fmla="*/ 2101871 h 2102737"/>
                <a:gd name="connsiteX2" fmla="*/ 113896 w 15074789"/>
                <a:gd name="connsiteY2" fmla="*/ 1920103 h 2102737"/>
                <a:gd name="connsiteX3" fmla="*/ 2291364 w 15074789"/>
                <a:gd name="connsiteY3" fmla="*/ 0 h 2102737"/>
                <a:gd name="connsiteX4" fmla="*/ 12851419 w 15074789"/>
                <a:gd name="connsiteY4" fmla="*/ 0 h 2102737"/>
                <a:gd name="connsiteX5" fmla="*/ 15063126 w 15074789"/>
                <a:gd name="connsiteY5" fmla="*/ 1993926 h 2102737"/>
                <a:gd name="connsiteX6" fmla="*/ 14915747 w 15074789"/>
                <a:gd name="connsiteY6" fmla="*/ 2091553 h 2102737"/>
                <a:gd name="connsiteX0" fmla="*/ 14915216 w 15074258"/>
                <a:gd name="connsiteY0" fmla="*/ 2091553 h 2102566"/>
                <a:gd name="connsiteX1" fmla="*/ 28436 w 15074258"/>
                <a:gd name="connsiteY1" fmla="*/ 2101871 h 2102566"/>
                <a:gd name="connsiteX2" fmla="*/ 113365 w 15074258"/>
                <a:gd name="connsiteY2" fmla="*/ 1920103 h 2102566"/>
                <a:gd name="connsiteX3" fmla="*/ 2290833 w 15074258"/>
                <a:gd name="connsiteY3" fmla="*/ 0 h 2102566"/>
                <a:gd name="connsiteX4" fmla="*/ 12850888 w 15074258"/>
                <a:gd name="connsiteY4" fmla="*/ 0 h 2102566"/>
                <a:gd name="connsiteX5" fmla="*/ 15062595 w 15074258"/>
                <a:gd name="connsiteY5" fmla="*/ 1993926 h 2102566"/>
                <a:gd name="connsiteX6" fmla="*/ 14915216 w 15074258"/>
                <a:gd name="connsiteY6" fmla="*/ 2091553 h 2102566"/>
                <a:gd name="connsiteX0" fmla="*/ 14916594 w 15075636"/>
                <a:gd name="connsiteY0" fmla="*/ 2091553 h 2101881"/>
                <a:gd name="connsiteX1" fmla="*/ 29814 w 15075636"/>
                <a:gd name="connsiteY1" fmla="*/ 2101871 h 2101881"/>
                <a:gd name="connsiteX2" fmla="*/ 114743 w 15075636"/>
                <a:gd name="connsiteY2" fmla="*/ 1920103 h 2101881"/>
                <a:gd name="connsiteX3" fmla="*/ 2292211 w 15075636"/>
                <a:gd name="connsiteY3" fmla="*/ 0 h 2101881"/>
                <a:gd name="connsiteX4" fmla="*/ 12852266 w 15075636"/>
                <a:gd name="connsiteY4" fmla="*/ 0 h 2101881"/>
                <a:gd name="connsiteX5" fmla="*/ 15063973 w 15075636"/>
                <a:gd name="connsiteY5" fmla="*/ 1993926 h 2101881"/>
                <a:gd name="connsiteX6" fmla="*/ 14916594 w 15075636"/>
                <a:gd name="connsiteY6" fmla="*/ 2091553 h 2101881"/>
                <a:gd name="connsiteX0" fmla="*/ 14916594 w 15075636"/>
                <a:gd name="connsiteY0" fmla="*/ 2091553 h 2101881"/>
                <a:gd name="connsiteX1" fmla="*/ 29814 w 15075636"/>
                <a:gd name="connsiteY1" fmla="*/ 2101871 h 2101881"/>
                <a:gd name="connsiteX2" fmla="*/ 114743 w 15075636"/>
                <a:gd name="connsiteY2" fmla="*/ 1920103 h 2101881"/>
                <a:gd name="connsiteX3" fmla="*/ 2292211 w 15075636"/>
                <a:gd name="connsiteY3" fmla="*/ 0 h 2101881"/>
                <a:gd name="connsiteX4" fmla="*/ 12852266 w 15075636"/>
                <a:gd name="connsiteY4" fmla="*/ 0 h 2101881"/>
                <a:gd name="connsiteX5" fmla="*/ 15063973 w 15075636"/>
                <a:gd name="connsiteY5" fmla="*/ 1993926 h 2101881"/>
                <a:gd name="connsiteX6" fmla="*/ 14916594 w 15075636"/>
                <a:gd name="connsiteY6" fmla="*/ 2091553 h 2101881"/>
                <a:gd name="connsiteX0" fmla="*/ 14917974 w 15077016"/>
                <a:gd name="connsiteY0" fmla="*/ 2091553 h 2101881"/>
                <a:gd name="connsiteX1" fmla="*/ 31194 w 15077016"/>
                <a:gd name="connsiteY1" fmla="*/ 2101871 h 2101881"/>
                <a:gd name="connsiteX2" fmla="*/ 116123 w 15077016"/>
                <a:gd name="connsiteY2" fmla="*/ 1920103 h 2101881"/>
                <a:gd name="connsiteX3" fmla="*/ 2293591 w 15077016"/>
                <a:gd name="connsiteY3" fmla="*/ 0 h 2101881"/>
                <a:gd name="connsiteX4" fmla="*/ 12853646 w 15077016"/>
                <a:gd name="connsiteY4" fmla="*/ 0 h 2101881"/>
                <a:gd name="connsiteX5" fmla="*/ 15065353 w 15077016"/>
                <a:gd name="connsiteY5" fmla="*/ 1993926 h 2101881"/>
                <a:gd name="connsiteX6" fmla="*/ 14917974 w 15077016"/>
                <a:gd name="connsiteY6" fmla="*/ 2091553 h 2101881"/>
                <a:gd name="connsiteX0" fmla="*/ 14918517 w 15077559"/>
                <a:gd name="connsiteY0" fmla="*/ 2091553 h 2101882"/>
                <a:gd name="connsiteX1" fmla="*/ 31737 w 15077559"/>
                <a:gd name="connsiteY1" fmla="*/ 2101871 h 2101882"/>
                <a:gd name="connsiteX2" fmla="*/ 116666 w 15077559"/>
                <a:gd name="connsiteY2" fmla="*/ 1920103 h 2101882"/>
                <a:gd name="connsiteX3" fmla="*/ 2294134 w 15077559"/>
                <a:gd name="connsiteY3" fmla="*/ 0 h 2101882"/>
                <a:gd name="connsiteX4" fmla="*/ 12854189 w 15077559"/>
                <a:gd name="connsiteY4" fmla="*/ 0 h 2101882"/>
                <a:gd name="connsiteX5" fmla="*/ 15065896 w 15077559"/>
                <a:gd name="connsiteY5" fmla="*/ 1993926 h 2101882"/>
                <a:gd name="connsiteX6" fmla="*/ 14918517 w 15077559"/>
                <a:gd name="connsiteY6" fmla="*/ 2091553 h 2101882"/>
                <a:gd name="connsiteX0" fmla="*/ 14919073 w 15078115"/>
                <a:gd name="connsiteY0" fmla="*/ 2091553 h 2101882"/>
                <a:gd name="connsiteX1" fmla="*/ 32293 w 15078115"/>
                <a:gd name="connsiteY1" fmla="*/ 2101871 h 2101882"/>
                <a:gd name="connsiteX2" fmla="*/ 117222 w 15078115"/>
                <a:gd name="connsiteY2" fmla="*/ 1920103 h 2101882"/>
                <a:gd name="connsiteX3" fmla="*/ 2294690 w 15078115"/>
                <a:gd name="connsiteY3" fmla="*/ 0 h 2101882"/>
                <a:gd name="connsiteX4" fmla="*/ 12854745 w 15078115"/>
                <a:gd name="connsiteY4" fmla="*/ 0 h 2101882"/>
                <a:gd name="connsiteX5" fmla="*/ 15066452 w 15078115"/>
                <a:gd name="connsiteY5" fmla="*/ 1993926 h 2101882"/>
                <a:gd name="connsiteX6" fmla="*/ 14919073 w 15078115"/>
                <a:gd name="connsiteY6" fmla="*/ 2091553 h 2101882"/>
                <a:gd name="connsiteX0" fmla="*/ 14918140 w 15077182"/>
                <a:gd name="connsiteY0" fmla="*/ 2091553 h 2101884"/>
                <a:gd name="connsiteX1" fmla="*/ 31360 w 15077182"/>
                <a:gd name="connsiteY1" fmla="*/ 2101871 h 2101884"/>
                <a:gd name="connsiteX2" fmla="*/ 121051 w 15077182"/>
                <a:gd name="connsiteY2" fmla="*/ 1929628 h 2101884"/>
                <a:gd name="connsiteX3" fmla="*/ 2293757 w 15077182"/>
                <a:gd name="connsiteY3" fmla="*/ 0 h 2101884"/>
                <a:gd name="connsiteX4" fmla="*/ 12853812 w 15077182"/>
                <a:gd name="connsiteY4" fmla="*/ 0 h 2101884"/>
                <a:gd name="connsiteX5" fmla="*/ 15065519 w 15077182"/>
                <a:gd name="connsiteY5" fmla="*/ 1993926 h 2101884"/>
                <a:gd name="connsiteX6" fmla="*/ 14918140 w 15077182"/>
                <a:gd name="connsiteY6" fmla="*/ 2091553 h 2101884"/>
                <a:gd name="connsiteX0" fmla="*/ 14918140 w 15077182"/>
                <a:gd name="connsiteY0" fmla="*/ 2091553 h 2101882"/>
                <a:gd name="connsiteX1" fmla="*/ 31360 w 15077182"/>
                <a:gd name="connsiteY1" fmla="*/ 2101871 h 2101882"/>
                <a:gd name="connsiteX2" fmla="*/ 121051 w 15077182"/>
                <a:gd name="connsiteY2" fmla="*/ 1929628 h 2101882"/>
                <a:gd name="connsiteX3" fmla="*/ 2293757 w 15077182"/>
                <a:gd name="connsiteY3" fmla="*/ 0 h 2101882"/>
                <a:gd name="connsiteX4" fmla="*/ 12853812 w 15077182"/>
                <a:gd name="connsiteY4" fmla="*/ 0 h 2101882"/>
                <a:gd name="connsiteX5" fmla="*/ 15065519 w 15077182"/>
                <a:gd name="connsiteY5" fmla="*/ 1993926 h 2101882"/>
                <a:gd name="connsiteX6" fmla="*/ 14918140 w 15077182"/>
                <a:gd name="connsiteY6" fmla="*/ 2091553 h 2101882"/>
                <a:gd name="connsiteX0" fmla="*/ 14918140 w 15081236"/>
                <a:gd name="connsiteY0" fmla="*/ 2091553 h 2101882"/>
                <a:gd name="connsiteX1" fmla="*/ 31360 w 15081236"/>
                <a:gd name="connsiteY1" fmla="*/ 2101871 h 2101882"/>
                <a:gd name="connsiteX2" fmla="*/ 121051 w 15081236"/>
                <a:gd name="connsiteY2" fmla="*/ 1929628 h 2101882"/>
                <a:gd name="connsiteX3" fmla="*/ 2293757 w 15081236"/>
                <a:gd name="connsiteY3" fmla="*/ 0 h 2101882"/>
                <a:gd name="connsiteX4" fmla="*/ 12853812 w 15081236"/>
                <a:gd name="connsiteY4" fmla="*/ 0 h 2101882"/>
                <a:gd name="connsiteX5" fmla="*/ 15069844 w 15081236"/>
                <a:gd name="connsiteY5" fmla="*/ 2011225 h 2101882"/>
                <a:gd name="connsiteX6" fmla="*/ 14918140 w 15081236"/>
                <a:gd name="connsiteY6" fmla="*/ 2091553 h 2101882"/>
                <a:gd name="connsiteX0" fmla="*/ 14918140 w 15093466"/>
                <a:gd name="connsiteY0" fmla="*/ 2091553 h 2101882"/>
                <a:gd name="connsiteX1" fmla="*/ 31360 w 15093466"/>
                <a:gd name="connsiteY1" fmla="*/ 2101871 h 2101882"/>
                <a:gd name="connsiteX2" fmla="*/ 121051 w 15093466"/>
                <a:gd name="connsiteY2" fmla="*/ 1929628 h 2101882"/>
                <a:gd name="connsiteX3" fmla="*/ 2293757 w 15093466"/>
                <a:gd name="connsiteY3" fmla="*/ 0 h 2101882"/>
                <a:gd name="connsiteX4" fmla="*/ 12853812 w 15093466"/>
                <a:gd name="connsiteY4" fmla="*/ 0 h 2101882"/>
                <a:gd name="connsiteX5" fmla="*/ 15082820 w 15093466"/>
                <a:gd name="connsiteY5" fmla="*/ 2011225 h 2101882"/>
                <a:gd name="connsiteX6" fmla="*/ 14918140 w 15093466"/>
                <a:gd name="connsiteY6" fmla="*/ 2091553 h 21018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5093466" h="2101882">
                  <a:moveTo>
                    <a:pt x="14918140" y="2091553"/>
                  </a:moveTo>
                  <a:lnTo>
                    <a:pt x="31360" y="2101871"/>
                  </a:lnTo>
                  <a:cubicBezTo>
                    <a:pt x="-47672" y="2103103"/>
                    <a:pt x="37778" y="2004139"/>
                    <a:pt x="121051" y="1929628"/>
                  </a:cubicBezTo>
                  <a:lnTo>
                    <a:pt x="2293757" y="0"/>
                  </a:lnTo>
                  <a:lnTo>
                    <a:pt x="12853812" y="0"/>
                  </a:lnTo>
                  <a:lnTo>
                    <a:pt x="15082820" y="2011225"/>
                  </a:lnTo>
                  <a:cubicBezTo>
                    <a:pt x="15135294" y="2115522"/>
                    <a:pt x="14979966" y="2093936"/>
                    <a:pt x="14918140" y="2091553"/>
                  </a:cubicBezTo>
                  <a:close/>
                </a:path>
              </a:pathLst>
            </a:custGeom>
            <a:gradFill flip="none" rotWithShape="1">
              <a:gsLst>
                <a:gs pos="100000">
                  <a:srgbClr val="E7E6E6">
                    <a:lumMod val="25000"/>
                  </a:srgbClr>
                </a:gs>
                <a:gs pos="6000">
                  <a:srgbClr val="E7E6E6">
                    <a:lumMod val="10000"/>
                  </a:srgbClr>
                </a:gs>
              </a:gsLst>
              <a:lin ang="5400000" scaled="1"/>
              <a:tileRect/>
            </a:gra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2" name="Rectangle 34">
              <a:extLst>
                <a:ext uri="{FF2B5EF4-FFF2-40B4-BE49-F238E27FC236}">
                  <a16:creationId xmlns:a16="http://schemas.microsoft.com/office/drawing/2014/main" id="{25DCB6D0-77EF-253E-CAA5-E21699F21356}"/>
                </a:ext>
              </a:extLst>
            </p:cNvPr>
            <p:cNvSpPr/>
            <p:nvPr/>
          </p:nvSpPr>
          <p:spPr>
            <a:xfrm>
              <a:off x="3033530" y="5810904"/>
              <a:ext cx="5692193" cy="157167"/>
            </a:xfrm>
            <a:custGeom>
              <a:avLst/>
              <a:gdLst>
                <a:gd name="connsiteX0" fmla="*/ 0 w 15248301"/>
                <a:gd name="connsiteY0" fmla="*/ 0 h 289428"/>
                <a:gd name="connsiteX1" fmla="*/ 15248301 w 15248301"/>
                <a:gd name="connsiteY1" fmla="*/ 0 h 289428"/>
                <a:gd name="connsiteX2" fmla="*/ 15248301 w 15248301"/>
                <a:gd name="connsiteY2" fmla="*/ 289428 h 289428"/>
                <a:gd name="connsiteX3" fmla="*/ 0 w 15248301"/>
                <a:gd name="connsiteY3" fmla="*/ 289428 h 289428"/>
                <a:gd name="connsiteX4" fmla="*/ 0 w 15248301"/>
                <a:gd name="connsiteY4" fmla="*/ 0 h 289428"/>
                <a:gd name="connsiteX0" fmla="*/ 0 w 15248301"/>
                <a:gd name="connsiteY0" fmla="*/ 0 h 289428"/>
                <a:gd name="connsiteX1" fmla="*/ 15248301 w 15248301"/>
                <a:gd name="connsiteY1" fmla="*/ 0 h 289428"/>
                <a:gd name="connsiteX2" fmla="*/ 15248301 w 15248301"/>
                <a:gd name="connsiteY2" fmla="*/ 289428 h 289428"/>
                <a:gd name="connsiteX3" fmla="*/ 142875 w 15248301"/>
                <a:gd name="connsiteY3" fmla="*/ 260853 h 289428"/>
                <a:gd name="connsiteX4" fmla="*/ 0 w 15248301"/>
                <a:gd name="connsiteY4" fmla="*/ 0 h 289428"/>
                <a:gd name="connsiteX0" fmla="*/ 0 w 15248301"/>
                <a:gd name="connsiteY0" fmla="*/ 0 h 289428"/>
                <a:gd name="connsiteX1" fmla="*/ 15248301 w 15248301"/>
                <a:gd name="connsiteY1" fmla="*/ 0 h 289428"/>
                <a:gd name="connsiteX2" fmla="*/ 15248301 w 15248301"/>
                <a:gd name="connsiteY2" fmla="*/ 289428 h 289428"/>
                <a:gd name="connsiteX3" fmla="*/ 142875 w 15248301"/>
                <a:gd name="connsiteY3" fmla="*/ 260853 h 289428"/>
                <a:gd name="connsiteX4" fmla="*/ 0 w 15248301"/>
                <a:gd name="connsiteY4" fmla="*/ 0 h 289428"/>
                <a:gd name="connsiteX0" fmla="*/ 3811 w 15252112"/>
                <a:gd name="connsiteY0" fmla="*/ 0 h 289428"/>
                <a:gd name="connsiteX1" fmla="*/ 15252112 w 15252112"/>
                <a:gd name="connsiteY1" fmla="*/ 0 h 289428"/>
                <a:gd name="connsiteX2" fmla="*/ 15252112 w 15252112"/>
                <a:gd name="connsiteY2" fmla="*/ 289428 h 289428"/>
                <a:gd name="connsiteX3" fmla="*/ 146686 w 15252112"/>
                <a:gd name="connsiteY3" fmla="*/ 260853 h 289428"/>
                <a:gd name="connsiteX4" fmla="*/ 3811 w 15252112"/>
                <a:gd name="connsiteY4" fmla="*/ 0 h 289428"/>
                <a:gd name="connsiteX0" fmla="*/ 1093 w 15249394"/>
                <a:gd name="connsiteY0" fmla="*/ 0 h 289428"/>
                <a:gd name="connsiteX1" fmla="*/ 15249394 w 15249394"/>
                <a:gd name="connsiteY1" fmla="*/ 0 h 289428"/>
                <a:gd name="connsiteX2" fmla="*/ 15249394 w 15249394"/>
                <a:gd name="connsiteY2" fmla="*/ 289428 h 289428"/>
                <a:gd name="connsiteX3" fmla="*/ 143968 w 15249394"/>
                <a:gd name="connsiteY3" fmla="*/ 260853 h 289428"/>
                <a:gd name="connsiteX4" fmla="*/ 1093 w 15249394"/>
                <a:gd name="connsiteY4" fmla="*/ 0 h 289428"/>
                <a:gd name="connsiteX0" fmla="*/ 6173 w 15254474"/>
                <a:gd name="connsiteY0" fmla="*/ 0 h 289428"/>
                <a:gd name="connsiteX1" fmla="*/ 15254474 w 15254474"/>
                <a:gd name="connsiteY1" fmla="*/ 0 h 289428"/>
                <a:gd name="connsiteX2" fmla="*/ 15254474 w 15254474"/>
                <a:gd name="connsiteY2" fmla="*/ 289428 h 289428"/>
                <a:gd name="connsiteX3" fmla="*/ 149048 w 15254474"/>
                <a:gd name="connsiteY3" fmla="*/ 260853 h 289428"/>
                <a:gd name="connsiteX4" fmla="*/ 6173 w 15254474"/>
                <a:gd name="connsiteY4" fmla="*/ 0 h 289428"/>
                <a:gd name="connsiteX0" fmla="*/ 6173 w 15254474"/>
                <a:gd name="connsiteY0" fmla="*/ 0 h 275140"/>
                <a:gd name="connsiteX1" fmla="*/ 15254474 w 15254474"/>
                <a:gd name="connsiteY1" fmla="*/ 0 h 275140"/>
                <a:gd name="connsiteX2" fmla="*/ 15116361 w 15254474"/>
                <a:gd name="connsiteY2" fmla="*/ 275140 h 275140"/>
                <a:gd name="connsiteX3" fmla="*/ 149048 w 15254474"/>
                <a:gd name="connsiteY3" fmla="*/ 260853 h 275140"/>
                <a:gd name="connsiteX4" fmla="*/ 6173 w 15254474"/>
                <a:gd name="connsiteY4" fmla="*/ 0 h 275140"/>
                <a:gd name="connsiteX0" fmla="*/ 6173 w 15254474"/>
                <a:gd name="connsiteY0" fmla="*/ 0 h 275140"/>
                <a:gd name="connsiteX1" fmla="*/ 15254474 w 15254474"/>
                <a:gd name="connsiteY1" fmla="*/ 0 h 275140"/>
                <a:gd name="connsiteX2" fmla="*/ 15116361 w 15254474"/>
                <a:gd name="connsiteY2" fmla="*/ 275140 h 275140"/>
                <a:gd name="connsiteX3" fmla="*/ 149048 w 15254474"/>
                <a:gd name="connsiteY3" fmla="*/ 260853 h 275140"/>
                <a:gd name="connsiteX4" fmla="*/ 6173 w 15254474"/>
                <a:gd name="connsiteY4" fmla="*/ 0 h 275140"/>
                <a:gd name="connsiteX0" fmla="*/ 6173 w 15221136"/>
                <a:gd name="connsiteY0" fmla="*/ 0 h 275140"/>
                <a:gd name="connsiteX1" fmla="*/ 15221136 w 15221136"/>
                <a:gd name="connsiteY1" fmla="*/ 0 h 275140"/>
                <a:gd name="connsiteX2" fmla="*/ 15116361 w 15221136"/>
                <a:gd name="connsiteY2" fmla="*/ 275140 h 275140"/>
                <a:gd name="connsiteX3" fmla="*/ 149048 w 15221136"/>
                <a:gd name="connsiteY3" fmla="*/ 260853 h 275140"/>
                <a:gd name="connsiteX4" fmla="*/ 6173 w 15221136"/>
                <a:gd name="connsiteY4" fmla="*/ 0 h 275140"/>
                <a:gd name="connsiteX0" fmla="*/ 6173 w 15257442"/>
                <a:gd name="connsiteY0" fmla="*/ 0 h 275140"/>
                <a:gd name="connsiteX1" fmla="*/ 15221136 w 15257442"/>
                <a:gd name="connsiteY1" fmla="*/ 0 h 275140"/>
                <a:gd name="connsiteX2" fmla="*/ 15116361 w 15257442"/>
                <a:gd name="connsiteY2" fmla="*/ 275140 h 275140"/>
                <a:gd name="connsiteX3" fmla="*/ 149048 w 15257442"/>
                <a:gd name="connsiteY3" fmla="*/ 260853 h 275140"/>
                <a:gd name="connsiteX4" fmla="*/ 6173 w 15257442"/>
                <a:gd name="connsiteY4" fmla="*/ 0 h 275140"/>
                <a:gd name="connsiteX0" fmla="*/ 6173 w 15255352"/>
                <a:gd name="connsiteY0" fmla="*/ 0 h 275140"/>
                <a:gd name="connsiteX1" fmla="*/ 15221136 w 15255352"/>
                <a:gd name="connsiteY1" fmla="*/ 0 h 275140"/>
                <a:gd name="connsiteX2" fmla="*/ 15116361 w 15255352"/>
                <a:gd name="connsiteY2" fmla="*/ 275140 h 275140"/>
                <a:gd name="connsiteX3" fmla="*/ 149048 w 15255352"/>
                <a:gd name="connsiteY3" fmla="*/ 260853 h 275140"/>
                <a:gd name="connsiteX4" fmla="*/ 6173 w 15255352"/>
                <a:gd name="connsiteY4" fmla="*/ 0 h 275140"/>
                <a:gd name="connsiteX0" fmla="*/ 6173 w 15270886"/>
                <a:gd name="connsiteY0" fmla="*/ 0 h 275140"/>
                <a:gd name="connsiteX1" fmla="*/ 15240186 w 15270886"/>
                <a:gd name="connsiteY1" fmla="*/ 0 h 275140"/>
                <a:gd name="connsiteX2" fmla="*/ 15116361 w 15270886"/>
                <a:gd name="connsiteY2" fmla="*/ 275140 h 275140"/>
                <a:gd name="connsiteX3" fmla="*/ 149048 w 15270886"/>
                <a:gd name="connsiteY3" fmla="*/ 260853 h 275140"/>
                <a:gd name="connsiteX4" fmla="*/ 6173 w 15270886"/>
                <a:gd name="connsiteY4" fmla="*/ 0 h 275140"/>
                <a:gd name="connsiteX0" fmla="*/ 6173 w 15256873"/>
                <a:gd name="connsiteY0" fmla="*/ 0 h 275140"/>
                <a:gd name="connsiteX1" fmla="*/ 15240186 w 15256873"/>
                <a:gd name="connsiteY1" fmla="*/ 0 h 275140"/>
                <a:gd name="connsiteX2" fmla="*/ 15116361 w 15256873"/>
                <a:gd name="connsiteY2" fmla="*/ 275140 h 275140"/>
                <a:gd name="connsiteX3" fmla="*/ 149048 w 15256873"/>
                <a:gd name="connsiteY3" fmla="*/ 260853 h 275140"/>
                <a:gd name="connsiteX4" fmla="*/ 6173 w 15256873"/>
                <a:gd name="connsiteY4" fmla="*/ 0 h 275140"/>
                <a:gd name="connsiteX0" fmla="*/ 6173 w 15257480"/>
                <a:gd name="connsiteY0" fmla="*/ 0 h 275140"/>
                <a:gd name="connsiteX1" fmla="*/ 15240186 w 15257480"/>
                <a:gd name="connsiteY1" fmla="*/ 0 h 275140"/>
                <a:gd name="connsiteX2" fmla="*/ 15116361 w 15257480"/>
                <a:gd name="connsiteY2" fmla="*/ 275140 h 275140"/>
                <a:gd name="connsiteX3" fmla="*/ 149048 w 15257480"/>
                <a:gd name="connsiteY3" fmla="*/ 260853 h 275140"/>
                <a:gd name="connsiteX4" fmla="*/ 6173 w 15257480"/>
                <a:gd name="connsiteY4" fmla="*/ 0 h 275140"/>
                <a:gd name="connsiteX0" fmla="*/ 6173 w 15259467"/>
                <a:gd name="connsiteY0" fmla="*/ 0 h 275140"/>
                <a:gd name="connsiteX1" fmla="*/ 15240186 w 15259467"/>
                <a:gd name="connsiteY1" fmla="*/ 0 h 275140"/>
                <a:gd name="connsiteX2" fmla="*/ 15116361 w 15259467"/>
                <a:gd name="connsiteY2" fmla="*/ 275140 h 275140"/>
                <a:gd name="connsiteX3" fmla="*/ 149048 w 15259467"/>
                <a:gd name="connsiteY3" fmla="*/ 260853 h 275140"/>
                <a:gd name="connsiteX4" fmla="*/ 6173 w 15259467"/>
                <a:gd name="connsiteY4" fmla="*/ 0 h 275140"/>
                <a:gd name="connsiteX0" fmla="*/ 6173 w 15221970"/>
                <a:gd name="connsiteY0" fmla="*/ 0 h 275140"/>
                <a:gd name="connsiteX1" fmla="*/ 15192561 w 15221970"/>
                <a:gd name="connsiteY1" fmla="*/ 0 h 275140"/>
                <a:gd name="connsiteX2" fmla="*/ 15116361 w 15221970"/>
                <a:gd name="connsiteY2" fmla="*/ 275140 h 275140"/>
                <a:gd name="connsiteX3" fmla="*/ 149048 w 15221970"/>
                <a:gd name="connsiteY3" fmla="*/ 260853 h 275140"/>
                <a:gd name="connsiteX4" fmla="*/ 6173 w 15221970"/>
                <a:gd name="connsiteY4" fmla="*/ 0 h 275140"/>
                <a:gd name="connsiteX0" fmla="*/ 6173 w 15245203"/>
                <a:gd name="connsiteY0" fmla="*/ 0 h 275140"/>
                <a:gd name="connsiteX1" fmla="*/ 15192561 w 15245203"/>
                <a:gd name="connsiteY1" fmla="*/ 0 h 275140"/>
                <a:gd name="connsiteX2" fmla="*/ 15116361 w 15245203"/>
                <a:gd name="connsiteY2" fmla="*/ 275140 h 275140"/>
                <a:gd name="connsiteX3" fmla="*/ 149048 w 15245203"/>
                <a:gd name="connsiteY3" fmla="*/ 260853 h 275140"/>
                <a:gd name="connsiteX4" fmla="*/ 6173 w 15245203"/>
                <a:gd name="connsiteY4" fmla="*/ 0 h 275140"/>
                <a:gd name="connsiteX0" fmla="*/ 6173 w 15247316"/>
                <a:gd name="connsiteY0" fmla="*/ 0 h 275140"/>
                <a:gd name="connsiteX1" fmla="*/ 15192561 w 15247316"/>
                <a:gd name="connsiteY1" fmla="*/ 0 h 275140"/>
                <a:gd name="connsiteX2" fmla="*/ 15116361 w 15247316"/>
                <a:gd name="connsiteY2" fmla="*/ 275140 h 275140"/>
                <a:gd name="connsiteX3" fmla="*/ 149048 w 15247316"/>
                <a:gd name="connsiteY3" fmla="*/ 260853 h 275140"/>
                <a:gd name="connsiteX4" fmla="*/ 6173 w 15247316"/>
                <a:gd name="connsiteY4" fmla="*/ 0 h 275140"/>
                <a:gd name="connsiteX0" fmla="*/ 8290 w 15233558"/>
                <a:gd name="connsiteY0" fmla="*/ 0 h 278315"/>
                <a:gd name="connsiteX1" fmla="*/ 15178803 w 15233558"/>
                <a:gd name="connsiteY1" fmla="*/ 3175 h 278315"/>
                <a:gd name="connsiteX2" fmla="*/ 15102603 w 15233558"/>
                <a:gd name="connsiteY2" fmla="*/ 278315 h 278315"/>
                <a:gd name="connsiteX3" fmla="*/ 135290 w 15233558"/>
                <a:gd name="connsiteY3" fmla="*/ 264028 h 278315"/>
                <a:gd name="connsiteX4" fmla="*/ 8290 w 15233558"/>
                <a:gd name="connsiteY4" fmla="*/ 0 h 278315"/>
                <a:gd name="connsiteX0" fmla="*/ 2997 w 15228265"/>
                <a:gd name="connsiteY0" fmla="*/ 0 h 278315"/>
                <a:gd name="connsiteX1" fmla="*/ 15173510 w 15228265"/>
                <a:gd name="connsiteY1" fmla="*/ 3175 h 278315"/>
                <a:gd name="connsiteX2" fmla="*/ 15097310 w 15228265"/>
                <a:gd name="connsiteY2" fmla="*/ 278315 h 278315"/>
                <a:gd name="connsiteX3" fmla="*/ 129997 w 15228265"/>
                <a:gd name="connsiteY3" fmla="*/ 264028 h 278315"/>
                <a:gd name="connsiteX4" fmla="*/ 2997 w 15228265"/>
                <a:gd name="connsiteY4" fmla="*/ 0 h 278315"/>
                <a:gd name="connsiteX0" fmla="*/ 2997 w 15228265"/>
                <a:gd name="connsiteY0" fmla="*/ 0 h 278315"/>
                <a:gd name="connsiteX1" fmla="*/ 15173510 w 15228265"/>
                <a:gd name="connsiteY1" fmla="*/ 3175 h 278315"/>
                <a:gd name="connsiteX2" fmla="*/ 15097310 w 15228265"/>
                <a:gd name="connsiteY2" fmla="*/ 278315 h 278315"/>
                <a:gd name="connsiteX3" fmla="*/ 129997 w 15228265"/>
                <a:gd name="connsiteY3" fmla="*/ 264028 h 278315"/>
                <a:gd name="connsiteX4" fmla="*/ 2997 w 15228265"/>
                <a:gd name="connsiteY4" fmla="*/ 0 h 278315"/>
                <a:gd name="connsiteX0" fmla="*/ 2997 w 15199434"/>
                <a:gd name="connsiteY0" fmla="*/ 91974 h 370289"/>
                <a:gd name="connsiteX1" fmla="*/ 15130262 w 15199434"/>
                <a:gd name="connsiteY1" fmla="*/ 0 h 370289"/>
                <a:gd name="connsiteX2" fmla="*/ 15097310 w 15199434"/>
                <a:gd name="connsiteY2" fmla="*/ 370289 h 370289"/>
                <a:gd name="connsiteX3" fmla="*/ 129997 w 15199434"/>
                <a:gd name="connsiteY3" fmla="*/ 356002 h 370289"/>
                <a:gd name="connsiteX4" fmla="*/ 2997 w 15199434"/>
                <a:gd name="connsiteY4" fmla="*/ 91974 h 370289"/>
                <a:gd name="connsiteX0" fmla="*/ 2997 w 15194320"/>
                <a:gd name="connsiteY0" fmla="*/ 148197 h 426512"/>
                <a:gd name="connsiteX1" fmla="*/ 15121614 w 15194320"/>
                <a:gd name="connsiteY1" fmla="*/ 0 h 426512"/>
                <a:gd name="connsiteX2" fmla="*/ 15097310 w 15194320"/>
                <a:gd name="connsiteY2" fmla="*/ 426512 h 426512"/>
                <a:gd name="connsiteX3" fmla="*/ 129997 w 15194320"/>
                <a:gd name="connsiteY3" fmla="*/ 412225 h 426512"/>
                <a:gd name="connsiteX4" fmla="*/ 2997 w 15194320"/>
                <a:gd name="connsiteY4" fmla="*/ 148197 h 426512"/>
                <a:gd name="connsiteX0" fmla="*/ 2997 w 15189051"/>
                <a:gd name="connsiteY0" fmla="*/ 148197 h 426512"/>
                <a:gd name="connsiteX1" fmla="*/ 15121614 w 15189051"/>
                <a:gd name="connsiteY1" fmla="*/ 0 h 426512"/>
                <a:gd name="connsiteX2" fmla="*/ 15097310 w 15189051"/>
                <a:gd name="connsiteY2" fmla="*/ 426512 h 426512"/>
                <a:gd name="connsiteX3" fmla="*/ 129997 w 15189051"/>
                <a:gd name="connsiteY3" fmla="*/ 412225 h 426512"/>
                <a:gd name="connsiteX4" fmla="*/ 2997 w 15189051"/>
                <a:gd name="connsiteY4" fmla="*/ 148197 h 426512"/>
                <a:gd name="connsiteX0" fmla="*/ 2997 w 15166375"/>
                <a:gd name="connsiteY0" fmla="*/ 148197 h 426512"/>
                <a:gd name="connsiteX1" fmla="*/ 15074041 w 15166375"/>
                <a:gd name="connsiteY1" fmla="*/ 0 h 426512"/>
                <a:gd name="connsiteX2" fmla="*/ 15097310 w 15166375"/>
                <a:gd name="connsiteY2" fmla="*/ 426512 h 426512"/>
                <a:gd name="connsiteX3" fmla="*/ 129997 w 15166375"/>
                <a:gd name="connsiteY3" fmla="*/ 412225 h 426512"/>
                <a:gd name="connsiteX4" fmla="*/ 2997 w 15166375"/>
                <a:gd name="connsiteY4" fmla="*/ 148197 h 426512"/>
                <a:gd name="connsiteX0" fmla="*/ 2997 w 15184241"/>
                <a:gd name="connsiteY0" fmla="*/ 148197 h 426512"/>
                <a:gd name="connsiteX1" fmla="*/ 15074041 w 15184241"/>
                <a:gd name="connsiteY1" fmla="*/ 0 h 426512"/>
                <a:gd name="connsiteX2" fmla="*/ 15097310 w 15184241"/>
                <a:gd name="connsiteY2" fmla="*/ 426512 h 426512"/>
                <a:gd name="connsiteX3" fmla="*/ 129997 w 15184241"/>
                <a:gd name="connsiteY3" fmla="*/ 412225 h 426512"/>
                <a:gd name="connsiteX4" fmla="*/ 2997 w 15184241"/>
                <a:gd name="connsiteY4" fmla="*/ 148197 h 426512"/>
                <a:gd name="connsiteX0" fmla="*/ 2997 w 15202770"/>
                <a:gd name="connsiteY0" fmla="*/ 148197 h 426512"/>
                <a:gd name="connsiteX1" fmla="*/ 15108641 w 15202770"/>
                <a:gd name="connsiteY1" fmla="*/ 0 h 426512"/>
                <a:gd name="connsiteX2" fmla="*/ 15097310 w 15202770"/>
                <a:gd name="connsiteY2" fmla="*/ 426512 h 426512"/>
                <a:gd name="connsiteX3" fmla="*/ 129997 w 15202770"/>
                <a:gd name="connsiteY3" fmla="*/ 412225 h 426512"/>
                <a:gd name="connsiteX4" fmla="*/ 2997 w 15202770"/>
                <a:gd name="connsiteY4" fmla="*/ 148197 h 426512"/>
                <a:gd name="connsiteX0" fmla="*/ 2997 w 15215972"/>
                <a:gd name="connsiteY0" fmla="*/ 148197 h 426512"/>
                <a:gd name="connsiteX1" fmla="*/ 15130266 w 15215972"/>
                <a:gd name="connsiteY1" fmla="*/ 0 h 426512"/>
                <a:gd name="connsiteX2" fmla="*/ 15097310 w 15215972"/>
                <a:gd name="connsiteY2" fmla="*/ 426512 h 426512"/>
                <a:gd name="connsiteX3" fmla="*/ 129997 w 15215972"/>
                <a:gd name="connsiteY3" fmla="*/ 412225 h 426512"/>
                <a:gd name="connsiteX4" fmla="*/ 2997 w 15215972"/>
                <a:gd name="connsiteY4" fmla="*/ 148197 h 426512"/>
                <a:gd name="connsiteX0" fmla="*/ 2997 w 15199437"/>
                <a:gd name="connsiteY0" fmla="*/ 148197 h 426512"/>
                <a:gd name="connsiteX1" fmla="*/ 15130266 w 15199437"/>
                <a:gd name="connsiteY1" fmla="*/ 0 h 426512"/>
                <a:gd name="connsiteX2" fmla="*/ 15097310 w 15199437"/>
                <a:gd name="connsiteY2" fmla="*/ 426512 h 426512"/>
                <a:gd name="connsiteX3" fmla="*/ 129997 w 15199437"/>
                <a:gd name="connsiteY3" fmla="*/ 412225 h 426512"/>
                <a:gd name="connsiteX4" fmla="*/ 2997 w 15199437"/>
                <a:gd name="connsiteY4" fmla="*/ 148197 h 426512"/>
                <a:gd name="connsiteX0" fmla="*/ 2997 w 15191854"/>
                <a:gd name="connsiteY0" fmla="*/ 148197 h 426512"/>
                <a:gd name="connsiteX1" fmla="*/ 15117293 w 15191854"/>
                <a:gd name="connsiteY1" fmla="*/ 0 h 426512"/>
                <a:gd name="connsiteX2" fmla="*/ 15097310 w 15191854"/>
                <a:gd name="connsiteY2" fmla="*/ 426512 h 426512"/>
                <a:gd name="connsiteX3" fmla="*/ 129997 w 15191854"/>
                <a:gd name="connsiteY3" fmla="*/ 412225 h 426512"/>
                <a:gd name="connsiteX4" fmla="*/ 2997 w 15191854"/>
                <a:gd name="connsiteY4" fmla="*/ 148197 h 426512"/>
                <a:gd name="connsiteX0" fmla="*/ 2997 w 15207543"/>
                <a:gd name="connsiteY0" fmla="*/ 135222 h 413537"/>
                <a:gd name="connsiteX1" fmla="*/ 15143241 w 15207543"/>
                <a:gd name="connsiteY1" fmla="*/ 0 h 413537"/>
                <a:gd name="connsiteX2" fmla="*/ 15097310 w 15207543"/>
                <a:gd name="connsiteY2" fmla="*/ 413537 h 413537"/>
                <a:gd name="connsiteX3" fmla="*/ 129997 w 15207543"/>
                <a:gd name="connsiteY3" fmla="*/ 399250 h 413537"/>
                <a:gd name="connsiteX4" fmla="*/ 2997 w 15207543"/>
                <a:gd name="connsiteY4" fmla="*/ 135222 h 413537"/>
                <a:gd name="connsiteX0" fmla="*/ 2997 w 15207543"/>
                <a:gd name="connsiteY0" fmla="*/ 143873 h 422188"/>
                <a:gd name="connsiteX1" fmla="*/ 15143241 w 15207543"/>
                <a:gd name="connsiteY1" fmla="*/ 0 h 422188"/>
                <a:gd name="connsiteX2" fmla="*/ 15097310 w 15207543"/>
                <a:gd name="connsiteY2" fmla="*/ 422188 h 422188"/>
                <a:gd name="connsiteX3" fmla="*/ 129997 w 15207543"/>
                <a:gd name="connsiteY3" fmla="*/ 407901 h 422188"/>
                <a:gd name="connsiteX4" fmla="*/ 2997 w 15207543"/>
                <a:gd name="connsiteY4" fmla="*/ 143873 h 422188"/>
                <a:gd name="connsiteX0" fmla="*/ 2997 w 15200120"/>
                <a:gd name="connsiteY0" fmla="*/ 143873 h 422188"/>
                <a:gd name="connsiteX1" fmla="*/ 15143241 w 15200120"/>
                <a:gd name="connsiteY1" fmla="*/ 0 h 422188"/>
                <a:gd name="connsiteX2" fmla="*/ 15097310 w 15200120"/>
                <a:gd name="connsiteY2" fmla="*/ 422188 h 422188"/>
                <a:gd name="connsiteX3" fmla="*/ 129997 w 15200120"/>
                <a:gd name="connsiteY3" fmla="*/ 407901 h 422188"/>
                <a:gd name="connsiteX4" fmla="*/ 2997 w 15200120"/>
                <a:gd name="connsiteY4" fmla="*/ 143873 h 422188"/>
                <a:gd name="connsiteX0" fmla="*/ 2997 w 15189746"/>
                <a:gd name="connsiteY0" fmla="*/ 139549 h 417864"/>
                <a:gd name="connsiteX1" fmla="*/ 15125942 w 15189746"/>
                <a:gd name="connsiteY1" fmla="*/ 0 h 417864"/>
                <a:gd name="connsiteX2" fmla="*/ 15097310 w 15189746"/>
                <a:gd name="connsiteY2" fmla="*/ 417864 h 417864"/>
                <a:gd name="connsiteX3" fmla="*/ 129997 w 15189746"/>
                <a:gd name="connsiteY3" fmla="*/ 403577 h 417864"/>
                <a:gd name="connsiteX4" fmla="*/ 2997 w 15189746"/>
                <a:gd name="connsiteY4" fmla="*/ 139549 h 417864"/>
                <a:gd name="connsiteX0" fmla="*/ 2997 w 15194804"/>
                <a:gd name="connsiteY0" fmla="*/ 139549 h 417864"/>
                <a:gd name="connsiteX1" fmla="*/ 15134593 w 15194804"/>
                <a:gd name="connsiteY1" fmla="*/ 0 h 417864"/>
                <a:gd name="connsiteX2" fmla="*/ 15097310 w 15194804"/>
                <a:gd name="connsiteY2" fmla="*/ 417864 h 417864"/>
                <a:gd name="connsiteX3" fmla="*/ 129997 w 15194804"/>
                <a:gd name="connsiteY3" fmla="*/ 403577 h 417864"/>
                <a:gd name="connsiteX4" fmla="*/ 2997 w 15194804"/>
                <a:gd name="connsiteY4" fmla="*/ 139549 h 417864"/>
                <a:gd name="connsiteX0" fmla="*/ 2997 w 15202873"/>
                <a:gd name="connsiteY0" fmla="*/ 139549 h 417864"/>
                <a:gd name="connsiteX1" fmla="*/ 15147568 w 15202873"/>
                <a:gd name="connsiteY1" fmla="*/ 0 h 417864"/>
                <a:gd name="connsiteX2" fmla="*/ 15097310 w 15202873"/>
                <a:gd name="connsiteY2" fmla="*/ 417864 h 417864"/>
                <a:gd name="connsiteX3" fmla="*/ 129997 w 15202873"/>
                <a:gd name="connsiteY3" fmla="*/ 403577 h 417864"/>
                <a:gd name="connsiteX4" fmla="*/ 2997 w 15202873"/>
                <a:gd name="connsiteY4" fmla="*/ 139549 h 417864"/>
                <a:gd name="connsiteX0" fmla="*/ 2997 w 15202875"/>
                <a:gd name="connsiteY0" fmla="*/ 139549 h 418095"/>
                <a:gd name="connsiteX1" fmla="*/ 15147568 w 15202875"/>
                <a:gd name="connsiteY1" fmla="*/ 0 h 418095"/>
                <a:gd name="connsiteX2" fmla="*/ 15097310 w 15202875"/>
                <a:gd name="connsiteY2" fmla="*/ 417864 h 418095"/>
                <a:gd name="connsiteX3" fmla="*/ 129997 w 15202875"/>
                <a:gd name="connsiteY3" fmla="*/ 403577 h 418095"/>
                <a:gd name="connsiteX4" fmla="*/ 2997 w 15202875"/>
                <a:gd name="connsiteY4" fmla="*/ 139549 h 418095"/>
                <a:gd name="connsiteX0" fmla="*/ 2997 w 15204740"/>
                <a:gd name="connsiteY0" fmla="*/ 139549 h 418120"/>
                <a:gd name="connsiteX1" fmla="*/ 15147568 w 15204740"/>
                <a:gd name="connsiteY1" fmla="*/ 0 h 418120"/>
                <a:gd name="connsiteX2" fmla="*/ 15097310 w 15204740"/>
                <a:gd name="connsiteY2" fmla="*/ 417864 h 418120"/>
                <a:gd name="connsiteX3" fmla="*/ 129997 w 15204740"/>
                <a:gd name="connsiteY3" fmla="*/ 403577 h 418120"/>
                <a:gd name="connsiteX4" fmla="*/ 2997 w 15204740"/>
                <a:gd name="connsiteY4" fmla="*/ 139549 h 418120"/>
                <a:gd name="connsiteX0" fmla="*/ 2997 w 15208599"/>
                <a:gd name="connsiteY0" fmla="*/ 139549 h 418659"/>
                <a:gd name="connsiteX1" fmla="*/ 15147568 w 15208599"/>
                <a:gd name="connsiteY1" fmla="*/ 0 h 418659"/>
                <a:gd name="connsiteX2" fmla="*/ 15097310 w 15208599"/>
                <a:gd name="connsiteY2" fmla="*/ 417864 h 418659"/>
                <a:gd name="connsiteX3" fmla="*/ 129997 w 15208599"/>
                <a:gd name="connsiteY3" fmla="*/ 403577 h 418659"/>
                <a:gd name="connsiteX4" fmla="*/ 2997 w 15208599"/>
                <a:gd name="connsiteY4" fmla="*/ 139549 h 418659"/>
                <a:gd name="connsiteX0" fmla="*/ 24987 w 15165718"/>
                <a:gd name="connsiteY0" fmla="*/ 83325 h 418659"/>
                <a:gd name="connsiteX1" fmla="*/ 15104685 w 15165718"/>
                <a:gd name="connsiteY1" fmla="*/ 0 h 418659"/>
                <a:gd name="connsiteX2" fmla="*/ 15054427 w 15165718"/>
                <a:gd name="connsiteY2" fmla="*/ 417864 h 418659"/>
                <a:gd name="connsiteX3" fmla="*/ 87114 w 15165718"/>
                <a:gd name="connsiteY3" fmla="*/ 403577 h 418659"/>
                <a:gd name="connsiteX4" fmla="*/ 24987 w 15165718"/>
                <a:gd name="connsiteY4" fmla="*/ 83325 h 418659"/>
                <a:gd name="connsiteX0" fmla="*/ 38129 w 15178858"/>
                <a:gd name="connsiteY0" fmla="*/ 83325 h 418659"/>
                <a:gd name="connsiteX1" fmla="*/ 15117827 w 15178858"/>
                <a:gd name="connsiteY1" fmla="*/ 0 h 418659"/>
                <a:gd name="connsiteX2" fmla="*/ 15067569 w 15178858"/>
                <a:gd name="connsiteY2" fmla="*/ 417864 h 418659"/>
                <a:gd name="connsiteX3" fmla="*/ 100256 w 15178858"/>
                <a:gd name="connsiteY3" fmla="*/ 403577 h 418659"/>
                <a:gd name="connsiteX4" fmla="*/ 38129 w 15178858"/>
                <a:gd name="connsiteY4" fmla="*/ 83325 h 418659"/>
                <a:gd name="connsiteX0" fmla="*/ 40131 w 15176535"/>
                <a:gd name="connsiteY0" fmla="*/ 53050 h 418659"/>
                <a:gd name="connsiteX1" fmla="*/ 15115502 w 15176535"/>
                <a:gd name="connsiteY1" fmla="*/ 0 h 418659"/>
                <a:gd name="connsiteX2" fmla="*/ 15065244 w 15176535"/>
                <a:gd name="connsiteY2" fmla="*/ 417864 h 418659"/>
                <a:gd name="connsiteX3" fmla="*/ 97931 w 15176535"/>
                <a:gd name="connsiteY3" fmla="*/ 403577 h 418659"/>
                <a:gd name="connsiteX4" fmla="*/ 40131 w 15176535"/>
                <a:gd name="connsiteY4" fmla="*/ 53050 h 418659"/>
                <a:gd name="connsiteX0" fmla="*/ 40131 w 15176533"/>
                <a:gd name="connsiteY0" fmla="*/ 53050 h 418659"/>
                <a:gd name="connsiteX1" fmla="*/ 15115502 w 15176533"/>
                <a:gd name="connsiteY1" fmla="*/ 0 h 418659"/>
                <a:gd name="connsiteX2" fmla="*/ 15065244 w 15176533"/>
                <a:gd name="connsiteY2" fmla="*/ 417864 h 418659"/>
                <a:gd name="connsiteX3" fmla="*/ 97931 w 15176533"/>
                <a:gd name="connsiteY3" fmla="*/ 403577 h 418659"/>
                <a:gd name="connsiteX4" fmla="*/ 40131 w 15176533"/>
                <a:gd name="connsiteY4" fmla="*/ 53050 h 418659"/>
                <a:gd name="connsiteX0" fmla="*/ 42209 w 15174288"/>
                <a:gd name="connsiteY0" fmla="*/ 35751 h 418659"/>
                <a:gd name="connsiteX1" fmla="*/ 15113255 w 15174288"/>
                <a:gd name="connsiteY1" fmla="*/ 0 h 418659"/>
                <a:gd name="connsiteX2" fmla="*/ 15062997 w 15174288"/>
                <a:gd name="connsiteY2" fmla="*/ 417864 h 418659"/>
                <a:gd name="connsiteX3" fmla="*/ 95684 w 15174288"/>
                <a:gd name="connsiteY3" fmla="*/ 403577 h 418659"/>
                <a:gd name="connsiteX4" fmla="*/ 42209 w 15174288"/>
                <a:gd name="connsiteY4" fmla="*/ 35751 h 418659"/>
                <a:gd name="connsiteX0" fmla="*/ 43862 w 15175939"/>
                <a:gd name="connsiteY0" fmla="*/ 35751 h 418659"/>
                <a:gd name="connsiteX1" fmla="*/ 15114908 w 15175939"/>
                <a:gd name="connsiteY1" fmla="*/ 0 h 418659"/>
                <a:gd name="connsiteX2" fmla="*/ 15064650 w 15175939"/>
                <a:gd name="connsiteY2" fmla="*/ 417864 h 418659"/>
                <a:gd name="connsiteX3" fmla="*/ 97337 w 15175939"/>
                <a:gd name="connsiteY3" fmla="*/ 403577 h 418659"/>
                <a:gd name="connsiteX4" fmla="*/ 43862 w 15175939"/>
                <a:gd name="connsiteY4" fmla="*/ 35751 h 418659"/>
                <a:gd name="connsiteX0" fmla="*/ 34826 w 15166905"/>
                <a:gd name="connsiteY0" fmla="*/ 35751 h 418659"/>
                <a:gd name="connsiteX1" fmla="*/ 15105872 w 15166905"/>
                <a:gd name="connsiteY1" fmla="*/ 0 h 418659"/>
                <a:gd name="connsiteX2" fmla="*/ 15055614 w 15166905"/>
                <a:gd name="connsiteY2" fmla="*/ 417864 h 418659"/>
                <a:gd name="connsiteX3" fmla="*/ 88301 w 15166905"/>
                <a:gd name="connsiteY3" fmla="*/ 403577 h 418659"/>
                <a:gd name="connsiteX4" fmla="*/ 34826 w 15166905"/>
                <a:gd name="connsiteY4" fmla="*/ 35751 h 418659"/>
                <a:gd name="connsiteX0" fmla="*/ 40224 w 15172301"/>
                <a:gd name="connsiteY0" fmla="*/ 35751 h 418659"/>
                <a:gd name="connsiteX1" fmla="*/ 15111270 w 15172301"/>
                <a:gd name="connsiteY1" fmla="*/ 0 h 418659"/>
                <a:gd name="connsiteX2" fmla="*/ 15061012 w 15172301"/>
                <a:gd name="connsiteY2" fmla="*/ 417864 h 418659"/>
                <a:gd name="connsiteX3" fmla="*/ 93699 w 15172301"/>
                <a:gd name="connsiteY3" fmla="*/ 403577 h 418659"/>
                <a:gd name="connsiteX4" fmla="*/ 40224 w 15172301"/>
                <a:gd name="connsiteY4" fmla="*/ 35751 h 418659"/>
                <a:gd name="connsiteX0" fmla="*/ 40224 w 15172303"/>
                <a:gd name="connsiteY0" fmla="*/ 35751 h 418659"/>
                <a:gd name="connsiteX1" fmla="*/ 15111270 w 15172303"/>
                <a:gd name="connsiteY1" fmla="*/ 0 h 418659"/>
                <a:gd name="connsiteX2" fmla="*/ 15061012 w 15172303"/>
                <a:gd name="connsiteY2" fmla="*/ 417864 h 418659"/>
                <a:gd name="connsiteX3" fmla="*/ 93699 w 15172303"/>
                <a:gd name="connsiteY3" fmla="*/ 403577 h 418659"/>
                <a:gd name="connsiteX4" fmla="*/ 40224 w 15172303"/>
                <a:gd name="connsiteY4" fmla="*/ 35751 h 418659"/>
                <a:gd name="connsiteX0" fmla="*/ 41971 w 15169724"/>
                <a:gd name="connsiteY0" fmla="*/ 31426 h 418659"/>
                <a:gd name="connsiteX1" fmla="*/ 15108693 w 15169724"/>
                <a:gd name="connsiteY1" fmla="*/ 0 h 418659"/>
                <a:gd name="connsiteX2" fmla="*/ 15058435 w 15169724"/>
                <a:gd name="connsiteY2" fmla="*/ 417864 h 418659"/>
                <a:gd name="connsiteX3" fmla="*/ 91122 w 15169724"/>
                <a:gd name="connsiteY3" fmla="*/ 403577 h 418659"/>
                <a:gd name="connsiteX4" fmla="*/ 41971 w 15169724"/>
                <a:gd name="connsiteY4" fmla="*/ 31426 h 418659"/>
                <a:gd name="connsiteX0" fmla="*/ 47508 w 15162707"/>
                <a:gd name="connsiteY0" fmla="*/ 18871 h 418659"/>
                <a:gd name="connsiteX1" fmla="*/ 15101676 w 15162707"/>
                <a:gd name="connsiteY1" fmla="*/ 0 h 418659"/>
                <a:gd name="connsiteX2" fmla="*/ 15051418 w 15162707"/>
                <a:gd name="connsiteY2" fmla="*/ 417864 h 418659"/>
                <a:gd name="connsiteX3" fmla="*/ 84105 w 15162707"/>
                <a:gd name="connsiteY3" fmla="*/ 403577 h 418659"/>
                <a:gd name="connsiteX4" fmla="*/ 47508 w 15162707"/>
                <a:gd name="connsiteY4" fmla="*/ 18871 h 4186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162707" h="418659">
                  <a:moveTo>
                    <a:pt x="47508" y="18871"/>
                  </a:moveTo>
                  <a:lnTo>
                    <a:pt x="15101676" y="0"/>
                  </a:lnTo>
                  <a:cubicBezTo>
                    <a:pt x="15199828" y="92050"/>
                    <a:pt x="15177106" y="437387"/>
                    <a:pt x="15051418" y="417864"/>
                  </a:cubicBezTo>
                  <a:lnTo>
                    <a:pt x="84105" y="403577"/>
                  </a:lnTo>
                  <a:cubicBezTo>
                    <a:pt x="-32822" y="405037"/>
                    <a:pt x="-10742" y="27538"/>
                    <a:pt x="47508" y="18871"/>
                  </a:cubicBezTo>
                  <a:close/>
                </a:path>
              </a:pathLst>
            </a:custGeom>
            <a:gradFill flip="none" rotWithShape="1">
              <a:gsLst>
                <a:gs pos="16000">
                  <a:srgbClr val="A5A5A5">
                    <a:lumMod val="75000"/>
                  </a:srgbClr>
                </a:gs>
                <a:gs pos="49000">
                  <a:srgbClr val="A5A5A5">
                    <a:lumMod val="85000"/>
                    <a:lumOff val="15000"/>
                  </a:srgbClr>
                </a:gs>
                <a:gs pos="33000">
                  <a:srgbClr val="A5A5A5">
                    <a:lumMod val="95000"/>
                    <a:lumOff val="5000"/>
                  </a:srgbClr>
                </a:gs>
                <a:gs pos="100000">
                  <a:srgbClr val="A5A5A5">
                    <a:lumMod val="50000"/>
                    <a:lumOff val="50000"/>
                  </a:srgbClr>
                </a:gs>
              </a:gsLst>
              <a:lin ang="5400000" scaled="1"/>
              <a:tileRect/>
            </a:gra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72" name="Oval 162">
              <a:extLst>
                <a:ext uri="{FF2B5EF4-FFF2-40B4-BE49-F238E27FC236}">
                  <a16:creationId xmlns:a16="http://schemas.microsoft.com/office/drawing/2014/main" id="{B41E2E0C-4516-8504-2697-12560026964B}"/>
                </a:ext>
              </a:extLst>
            </p:cNvPr>
            <p:cNvSpPr/>
            <p:nvPr/>
          </p:nvSpPr>
          <p:spPr>
            <a:xfrm flipH="1">
              <a:off x="4047904" y="2382545"/>
              <a:ext cx="116972" cy="116970"/>
            </a:xfrm>
            <a:prstGeom prst="ellipse">
              <a:avLst/>
            </a:prstGeom>
            <a:solidFill>
              <a:srgbClr val="A5A5A5">
                <a:lumMod val="85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74" name="Oval 163">
              <a:extLst>
                <a:ext uri="{FF2B5EF4-FFF2-40B4-BE49-F238E27FC236}">
                  <a16:creationId xmlns:a16="http://schemas.microsoft.com/office/drawing/2014/main" id="{ED83357D-3D6F-21A6-FAB0-9B99D1CA8C04}"/>
                </a:ext>
              </a:extLst>
            </p:cNvPr>
            <p:cNvSpPr/>
            <p:nvPr/>
          </p:nvSpPr>
          <p:spPr>
            <a:xfrm flipH="1">
              <a:off x="4061828" y="2397110"/>
              <a:ext cx="87833" cy="87832"/>
            </a:xfrm>
            <a:prstGeom prst="ellipse">
              <a:avLst/>
            </a:prstGeom>
            <a:gradFill flip="none" rotWithShape="1">
              <a:gsLst>
                <a:gs pos="16000">
                  <a:srgbClr val="A5A5A5">
                    <a:lumMod val="50000"/>
                    <a:lumOff val="50000"/>
                  </a:srgbClr>
                </a:gs>
                <a:gs pos="80000">
                  <a:srgbClr val="A5A5A5">
                    <a:lumMod val="75000"/>
                    <a:lumOff val="2500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 w="12700" cap="flat" cmpd="sng" algn="ctr">
              <a:noFill/>
              <a:prstDash val="solid"/>
              <a:miter lim="800000"/>
            </a:ln>
            <a:effectLst/>
            <a:sp3d prstMaterial="clear">
              <a:bevelT h="63500"/>
            </a:sp3d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70" name="Rounded Rectangle 160">
              <a:extLst>
                <a:ext uri="{FF2B5EF4-FFF2-40B4-BE49-F238E27FC236}">
                  <a16:creationId xmlns:a16="http://schemas.microsoft.com/office/drawing/2014/main" id="{78C69093-A695-1E52-40AA-3BCB0BC6A4E8}"/>
                </a:ext>
              </a:extLst>
            </p:cNvPr>
            <p:cNvSpPr/>
            <p:nvPr/>
          </p:nvSpPr>
          <p:spPr>
            <a:xfrm rot="5400000" flipH="1">
              <a:off x="5885652" y="2214304"/>
              <a:ext cx="75906" cy="436617"/>
            </a:xfrm>
            <a:prstGeom prst="roundRect">
              <a:avLst>
                <a:gd name="adj" fmla="val 33660"/>
              </a:avLst>
            </a:prstGeom>
            <a:solidFill>
              <a:srgbClr val="A5A5A5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71" name="Rounded Rectangle 161">
              <a:extLst>
                <a:ext uri="{FF2B5EF4-FFF2-40B4-BE49-F238E27FC236}">
                  <a16:creationId xmlns:a16="http://schemas.microsoft.com/office/drawing/2014/main" id="{D349550E-E0B9-002C-903F-FD6E0DD6F091}"/>
                </a:ext>
              </a:extLst>
            </p:cNvPr>
            <p:cNvSpPr/>
            <p:nvPr/>
          </p:nvSpPr>
          <p:spPr>
            <a:xfrm rot="5400000" flipH="1">
              <a:off x="5889587" y="2218064"/>
              <a:ext cx="68036" cy="428014"/>
            </a:xfrm>
            <a:prstGeom prst="roundRect">
              <a:avLst>
                <a:gd name="adj" fmla="val 33660"/>
              </a:avLst>
            </a:prstGeom>
            <a:gradFill flip="none" rotWithShape="1">
              <a:gsLst>
                <a:gs pos="0">
                  <a:srgbClr val="A5A5A5">
                    <a:lumMod val="75000"/>
                  </a:srgbClr>
                </a:gs>
                <a:gs pos="100000">
                  <a:srgbClr val="A5A5A5">
                    <a:lumMod val="75000"/>
                    <a:lumOff val="2500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68" name="Trapezoid 167">
              <a:extLst>
                <a:ext uri="{FF2B5EF4-FFF2-40B4-BE49-F238E27FC236}">
                  <a16:creationId xmlns:a16="http://schemas.microsoft.com/office/drawing/2014/main" id="{E46A2A61-D83A-BD5E-0890-9B701E30CF8B}"/>
                </a:ext>
              </a:extLst>
            </p:cNvPr>
            <p:cNvSpPr/>
            <p:nvPr/>
          </p:nvSpPr>
          <p:spPr>
            <a:xfrm>
              <a:off x="5200344" y="5520340"/>
              <a:ext cx="1311541" cy="212290"/>
            </a:xfrm>
            <a:prstGeom prst="trapezoid">
              <a:avLst>
                <a:gd name="adj" fmla="val 55319"/>
              </a:avLst>
            </a:prstGeom>
            <a:gradFill>
              <a:gsLst>
                <a:gs pos="29000">
                  <a:srgbClr val="999999">
                    <a:lumMod val="75000"/>
                  </a:srgbClr>
                </a:gs>
                <a:gs pos="100000">
                  <a:srgbClr val="999999">
                    <a:lumMod val="50000"/>
                  </a:srgbClr>
                </a:gs>
              </a:gsLst>
              <a:lin ang="5400000" scaled="1"/>
            </a:gra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69" name="Trapezoid 168">
              <a:extLst>
                <a:ext uri="{FF2B5EF4-FFF2-40B4-BE49-F238E27FC236}">
                  <a16:creationId xmlns:a16="http://schemas.microsoft.com/office/drawing/2014/main" id="{57ADCF2D-7DD7-41CD-6902-4B9386DECDDD}"/>
                </a:ext>
              </a:extLst>
            </p:cNvPr>
            <p:cNvSpPr/>
            <p:nvPr/>
          </p:nvSpPr>
          <p:spPr>
            <a:xfrm>
              <a:off x="5212553" y="5674238"/>
              <a:ext cx="1285699" cy="36382"/>
            </a:xfrm>
            <a:prstGeom prst="trapezoid">
              <a:avLst>
                <a:gd name="adj" fmla="val 55319"/>
              </a:avLst>
            </a:prstGeom>
            <a:solidFill>
              <a:srgbClr val="A5A5A5">
                <a:lumMod val="40000"/>
                <a:lumOff val="60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9" name="Freeform 73">
              <a:extLst>
                <a:ext uri="{FF2B5EF4-FFF2-40B4-BE49-F238E27FC236}">
                  <a16:creationId xmlns:a16="http://schemas.microsoft.com/office/drawing/2014/main" id="{09DA410B-87B6-1D86-4B27-0C51547CEE52}"/>
                </a:ext>
              </a:extLst>
            </p:cNvPr>
            <p:cNvSpPr/>
            <p:nvPr/>
          </p:nvSpPr>
          <p:spPr>
            <a:xfrm rot="6900000" flipV="1">
              <a:off x="5740347" y="5055103"/>
              <a:ext cx="54504" cy="50459"/>
            </a:xfrm>
            <a:custGeom>
              <a:avLst/>
              <a:gdLst>
                <a:gd name="connsiteX0" fmla="*/ 36027 w 146028"/>
                <a:gd name="connsiteY0" fmla="*/ 0 h 135190"/>
                <a:gd name="connsiteX1" fmla="*/ 0 w 146028"/>
                <a:gd name="connsiteY1" fmla="*/ 77260 h 135190"/>
                <a:gd name="connsiteX2" fmla="*/ 110001 w 146028"/>
                <a:gd name="connsiteY2" fmla="*/ 135190 h 135190"/>
                <a:gd name="connsiteX3" fmla="*/ 146028 w 146028"/>
                <a:gd name="connsiteY3" fmla="*/ 57930 h 135190"/>
                <a:gd name="connsiteX4" fmla="*/ 36027 w 146028"/>
                <a:gd name="connsiteY4" fmla="*/ 0 h 1351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6028" h="135190">
                  <a:moveTo>
                    <a:pt x="36027" y="0"/>
                  </a:moveTo>
                  <a:lnTo>
                    <a:pt x="0" y="77260"/>
                  </a:lnTo>
                  <a:lnTo>
                    <a:pt x="110001" y="135190"/>
                  </a:lnTo>
                  <a:lnTo>
                    <a:pt x="146028" y="57930"/>
                  </a:lnTo>
                  <a:lnTo>
                    <a:pt x="36027" y="0"/>
                  </a:lnTo>
                  <a:close/>
                </a:path>
              </a:pathLst>
            </a:custGeom>
            <a:gradFill>
              <a:gsLst>
                <a:gs pos="8000">
                  <a:srgbClr val="A5A5A5"/>
                </a:gs>
                <a:gs pos="50000">
                  <a:srgbClr val="A5A5A5">
                    <a:lumMod val="65000"/>
                    <a:lumOff val="35000"/>
                  </a:srgbClr>
                </a:gs>
                <a:gs pos="100000">
                  <a:srgbClr val="A5A5A5">
                    <a:lumMod val="75000"/>
                    <a:lumOff val="25000"/>
                  </a:srgbClr>
                </a:gs>
              </a:gsLst>
              <a:lin ang="12000000" scaled="0"/>
            </a:gradFill>
            <a:ln w="12700" cap="flat" cmpd="sng" algn="ctr">
              <a:noFill/>
              <a:prstDash val="solid"/>
              <a:miter lim="800000"/>
            </a:ln>
            <a:effectLst/>
            <a:scene3d>
              <a:camera prst="orthographicFront"/>
              <a:lightRig rig="harsh" dir="t"/>
            </a:scene3d>
            <a:sp3d extrusionH="12700" prstMaterial="metal">
              <a:bevelT w="38100" h="25400"/>
            </a:sp3d>
          </p:spPr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0" name="Freeform 74">
              <a:extLst>
                <a:ext uri="{FF2B5EF4-FFF2-40B4-BE49-F238E27FC236}">
                  <a16:creationId xmlns:a16="http://schemas.microsoft.com/office/drawing/2014/main" id="{0CC57BAE-81CD-6083-5B4B-B45ECA5E052F}"/>
                </a:ext>
              </a:extLst>
            </p:cNvPr>
            <p:cNvSpPr/>
            <p:nvPr/>
          </p:nvSpPr>
          <p:spPr>
            <a:xfrm rot="6900000" flipV="1">
              <a:off x="5740395" y="5116923"/>
              <a:ext cx="60551" cy="53643"/>
            </a:xfrm>
            <a:custGeom>
              <a:avLst/>
              <a:gdLst>
                <a:gd name="connsiteX0" fmla="*/ 36027 w 162228"/>
                <a:gd name="connsiteY0" fmla="*/ 0 h 143721"/>
                <a:gd name="connsiteX1" fmla="*/ 0 w 162228"/>
                <a:gd name="connsiteY1" fmla="*/ 77260 h 143721"/>
                <a:gd name="connsiteX2" fmla="*/ 126201 w 162228"/>
                <a:gd name="connsiteY2" fmla="*/ 143721 h 143721"/>
                <a:gd name="connsiteX3" fmla="*/ 162228 w 162228"/>
                <a:gd name="connsiteY3" fmla="*/ 66461 h 143721"/>
                <a:gd name="connsiteX4" fmla="*/ 36027 w 162228"/>
                <a:gd name="connsiteY4" fmla="*/ 0 h 1437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2228" h="143721">
                  <a:moveTo>
                    <a:pt x="36027" y="0"/>
                  </a:moveTo>
                  <a:lnTo>
                    <a:pt x="0" y="77260"/>
                  </a:lnTo>
                  <a:lnTo>
                    <a:pt x="126201" y="143721"/>
                  </a:lnTo>
                  <a:lnTo>
                    <a:pt x="162228" y="66461"/>
                  </a:lnTo>
                  <a:lnTo>
                    <a:pt x="36027" y="0"/>
                  </a:lnTo>
                  <a:close/>
                </a:path>
              </a:pathLst>
            </a:custGeom>
            <a:gradFill>
              <a:gsLst>
                <a:gs pos="8000">
                  <a:srgbClr val="A5A5A5"/>
                </a:gs>
                <a:gs pos="50000">
                  <a:srgbClr val="A5A5A5">
                    <a:lumMod val="65000"/>
                    <a:lumOff val="35000"/>
                  </a:srgbClr>
                </a:gs>
                <a:gs pos="100000">
                  <a:srgbClr val="A5A5A5">
                    <a:lumMod val="75000"/>
                    <a:lumOff val="25000"/>
                  </a:srgbClr>
                </a:gs>
              </a:gsLst>
              <a:lin ang="12000000" scaled="0"/>
            </a:gradFill>
            <a:ln w="12700" cap="flat" cmpd="sng" algn="ctr">
              <a:noFill/>
              <a:prstDash val="solid"/>
              <a:miter lim="800000"/>
            </a:ln>
            <a:effectLst/>
            <a:scene3d>
              <a:camera prst="orthographicFront"/>
              <a:lightRig rig="harsh" dir="t"/>
            </a:scene3d>
            <a:sp3d extrusionH="12700" prstMaterial="metal">
              <a:bevelT w="38100" h="25400"/>
            </a:sp3d>
          </p:spPr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1" name="Freeform 75">
              <a:extLst>
                <a:ext uri="{FF2B5EF4-FFF2-40B4-BE49-F238E27FC236}">
                  <a16:creationId xmlns:a16="http://schemas.microsoft.com/office/drawing/2014/main" id="{18E2403E-E2A9-8F52-67EC-26D8614D59CF}"/>
                </a:ext>
              </a:extLst>
            </p:cNvPr>
            <p:cNvSpPr/>
            <p:nvPr/>
          </p:nvSpPr>
          <p:spPr>
            <a:xfrm rot="6900000" flipV="1">
              <a:off x="5978459" y="5116923"/>
              <a:ext cx="60551" cy="53643"/>
            </a:xfrm>
            <a:custGeom>
              <a:avLst/>
              <a:gdLst>
                <a:gd name="connsiteX0" fmla="*/ 36027 w 162228"/>
                <a:gd name="connsiteY0" fmla="*/ 0 h 143722"/>
                <a:gd name="connsiteX1" fmla="*/ 0 w 162228"/>
                <a:gd name="connsiteY1" fmla="*/ 77260 h 143722"/>
                <a:gd name="connsiteX2" fmla="*/ 126201 w 162228"/>
                <a:gd name="connsiteY2" fmla="*/ 143722 h 143722"/>
                <a:gd name="connsiteX3" fmla="*/ 162228 w 162228"/>
                <a:gd name="connsiteY3" fmla="*/ 66462 h 143722"/>
                <a:gd name="connsiteX4" fmla="*/ 36027 w 162228"/>
                <a:gd name="connsiteY4" fmla="*/ 0 h 143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2228" h="143722">
                  <a:moveTo>
                    <a:pt x="36027" y="0"/>
                  </a:moveTo>
                  <a:lnTo>
                    <a:pt x="0" y="77260"/>
                  </a:lnTo>
                  <a:lnTo>
                    <a:pt x="126201" y="143722"/>
                  </a:lnTo>
                  <a:lnTo>
                    <a:pt x="162228" y="66462"/>
                  </a:lnTo>
                  <a:lnTo>
                    <a:pt x="36027" y="0"/>
                  </a:lnTo>
                  <a:close/>
                </a:path>
              </a:pathLst>
            </a:custGeom>
            <a:gradFill>
              <a:gsLst>
                <a:gs pos="8000">
                  <a:srgbClr val="A5A5A5"/>
                </a:gs>
                <a:gs pos="50000">
                  <a:srgbClr val="A5A5A5">
                    <a:lumMod val="65000"/>
                    <a:lumOff val="35000"/>
                  </a:srgbClr>
                </a:gs>
                <a:gs pos="100000">
                  <a:srgbClr val="A5A5A5">
                    <a:lumMod val="75000"/>
                    <a:lumOff val="25000"/>
                  </a:srgbClr>
                </a:gs>
              </a:gsLst>
              <a:lin ang="12000000" scaled="0"/>
            </a:gradFill>
            <a:ln w="12700" cap="flat" cmpd="sng" algn="ctr">
              <a:noFill/>
              <a:prstDash val="solid"/>
              <a:miter lim="800000"/>
            </a:ln>
            <a:effectLst/>
            <a:scene3d>
              <a:camera prst="orthographicFront"/>
              <a:lightRig rig="harsh" dir="t"/>
            </a:scene3d>
            <a:sp3d extrusionH="12700" prstMaterial="metal">
              <a:bevelT w="38100" h="25400"/>
            </a:sp3d>
          </p:spPr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2" name="Freeform 76">
              <a:extLst>
                <a:ext uri="{FF2B5EF4-FFF2-40B4-BE49-F238E27FC236}">
                  <a16:creationId xmlns:a16="http://schemas.microsoft.com/office/drawing/2014/main" id="{CC8C139E-5C30-712D-6E4B-96E79C836872}"/>
                </a:ext>
              </a:extLst>
            </p:cNvPr>
            <p:cNvSpPr/>
            <p:nvPr/>
          </p:nvSpPr>
          <p:spPr>
            <a:xfrm rot="6900000" flipV="1">
              <a:off x="6287315" y="5029304"/>
              <a:ext cx="136878" cy="228881"/>
            </a:xfrm>
            <a:custGeom>
              <a:avLst/>
              <a:gdLst>
                <a:gd name="connsiteX0" fmla="*/ 247741 w 366724"/>
                <a:gd name="connsiteY0" fmla="*/ 0 h 613222"/>
                <a:gd name="connsiteX1" fmla="*/ 0 w 366724"/>
                <a:gd name="connsiteY1" fmla="*/ 531281 h 613222"/>
                <a:gd name="connsiteX2" fmla="*/ 118983 w 366724"/>
                <a:gd name="connsiteY2" fmla="*/ 613222 h 613222"/>
                <a:gd name="connsiteX3" fmla="*/ 366724 w 366724"/>
                <a:gd name="connsiteY3" fmla="*/ 81940 h 613222"/>
                <a:gd name="connsiteX4" fmla="*/ 247741 w 366724"/>
                <a:gd name="connsiteY4" fmla="*/ 0 h 613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6724" h="613222">
                  <a:moveTo>
                    <a:pt x="247741" y="0"/>
                  </a:moveTo>
                  <a:lnTo>
                    <a:pt x="0" y="531281"/>
                  </a:lnTo>
                  <a:lnTo>
                    <a:pt x="118983" y="613222"/>
                  </a:lnTo>
                  <a:lnTo>
                    <a:pt x="366724" y="81940"/>
                  </a:lnTo>
                  <a:lnTo>
                    <a:pt x="247741" y="0"/>
                  </a:lnTo>
                  <a:close/>
                </a:path>
              </a:pathLst>
            </a:custGeom>
            <a:gradFill>
              <a:gsLst>
                <a:gs pos="8000">
                  <a:srgbClr val="A5A5A5"/>
                </a:gs>
                <a:gs pos="50000">
                  <a:srgbClr val="A5A5A5">
                    <a:lumMod val="65000"/>
                    <a:lumOff val="35000"/>
                  </a:srgbClr>
                </a:gs>
                <a:gs pos="100000">
                  <a:srgbClr val="A5A5A5">
                    <a:lumMod val="75000"/>
                    <a:lumOff val="25000"/>
                  </a:srgbClr>
                </a:gs>
              </a:gsLst>
              <a:lin ang="12000000" scaled="0"/>
            </a:gradFill>
            <a:ln w="12700" cap="flat" cmpd="sng" algn="ctr">
              <a:noFill/>
              <a:prstDash val="solid"/>
              <a:miter lim="800000"/>
            </a:ln>
            <a:effectLst/>
            <a:scene3d>
              <a:camera prst="orthographicFront"/>
              <a:lightRig rig="harsh" dir="t"/>
            </a:scene3d>
            <a:sp3d extrusionH="12700" prstMaterial="metal">
              <a:bevelT w="38100" h="25400"/>
            </a:sp3d>
          </p:spPr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3" name="Freeform 77">
              <a:extLst>
                <a:ext uri="{FF2B5EF4-FFF2-40B4-BE49-F238E27FC236}">
                  <a16:creationId xmlns:a16="http://schemas.microsoft.com/office/drawing/2014/main" id="{CC13BD20-357A-13B5-8CF3-5167CAAC289B}"/>
                </a:ext>
              </a:extLst>
            </p:cNvPr>
            <p:cNvSpPr/>
            <p:nvPr/>
          </p:nvSpPr>
          <p:spPr>
            <a:xfrm rot="6900000" flipV="1">
              <a:off x="5738183" y="5187221"/>
              <a:ext cx="72078" cy="59713"/>
            </a:xfrm>
            <a:custGeom>
              <a:avLst/>
              <a:gdLst>
                <a:gd name="connsiteX0" fmla="*/ 36027 w 193112"/>
                <a:gd name="connsiteY0" fmla="*/ 0 h 159985"/>
                <a:gd name="connsiteX1" fmla="*/ 0 w 193112"/>
                <a:gd name="connsiteY1" fmla="*/ 77259 h 159985"/>
                <a:gd name="connsiteX2" fmla="*/ 157085 w 193112"/>
                <a:gd name="connsiteY2" fmla="*/ 159985 h 159985"/>
                <a:gd name="connsiteX3" fmla="*/ 193112 w 193112"/>
                <a:gd name="connsiteY3" fmla="*/ 82726 h 159985"/>
                <a:gd name="connsiteX4" fmla="*/ 36027 w 193112"/>
                <a:gd name="connsiteY4" fmla="*/ 0 h 1599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3112" h="159985">
                  <a:moveTo>
                    <a:pt x="36027" y="0"/>
                  </a:moveTo>
                  <a:lnTo>
                    <a:pt x="0" y="77259"/>
                  </a:lnTo>
                  <a:lnTo>
                    <a:pt x="157085" y="159985"/>
                  </a:lnTo>
                  <a:lnTo>
                    <a:pt x="193112" y="82726"/>
                  </a:lnTo>
                  <a:lnTo>
                    <a:pt x="36027" y="0"/>
                  </a:lnTo>
                  <a:close/>
                </a:path>
              </a:pathLst>
            </a:custGeom>
            <a:gradFill>
              <a:gsLst>
                <a:gs pos="8000">
                  <a:srgbClr val="A5A5A5"/>
                </a:gs>
                <a:gs pos="50000">
                  <a:srgbClr val="A5A5A5">
                    <a:lumMod val="65000"/>
                    <a:lumOff val="35000"/>
                  </a:srgbClr>
                </a:gs>
                <a:gs pos="100000">
                  <a:srgbClr val="A5A5A5">
                    <a:lumMod val="75000"/>
                    <a:lumOff val="25000"/>
                  </a:srgbClr>
                </a:gs>
              </a:gsLst>
              <a:lin ang="12000000" scaled="0"/>
            </a:gradFill>
            <a:ln w="12700" cap="flat" cmpd="sng" algn="ctr">
              <a:noFill/>
              <a:prstDash val="solid"/>
              <a:miter lim="800000"/>
            </a:ln>
            <a:effectLst/>
            <a:scene3d>
              <a:camera prst="orthographicFront"/>
              <a:lightRig rig="harsh" dir="t"/>
            </a:scene3d>
            <a:sp3d extrusionH="12700" prstMaterial="metal">
              <a:bevelT w="38100" h="25400"/>
            </a:sp3d>
          </p:spPr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4" name="Freeform 78">
              <a:extLst>
                <a:ext uri="{FF2B5EF4-FFF2-40B4-BE49-F238E27FC236}">
                  <a16:creationId xmlns:a16="http://schemas.microsoft.com/office/drawing/2014/main" id="{D64C2365-FEDC-E4CA-8254-2E4D57EF168A}"/>
                </a:ext>
              </a:extLst>
            </p:cNvPr>
            <p:cNvSpPr/>
            <p:nvPr/>
          </p:nvSpPr>
          <p:spPr>
            <a:xfrm rot="6900000" flipV="1">
              <a:off x="5976247" y="5187220"/>
              <a:ext cx="72078" cy="59714"/>
            </a:xfrm>
            <a:custGeom>
              <a:avLst/>
              <a:gdLst>
                <a:gd name="connsiteX0" fmla="*/ 36027 w 193112"/>
                <a:gd name="connsiteY0" fmla="*/ 0 h 159986"/>
                <a:gd name="connsiteX1" fmla="*/ 0 w 193112"/>
                <a:gd name="connsiteY1" fmla="*/ 77260 h 159986"/>
                <a:gd name="connsiteX2" fmla="*/ 157085 w 193112"/>
                <a:gd name="connsiteY2" fmla="*/ 159986 h 159986"/>
                <a:gd name="connsiteX3" fmla="*/ 193112 w 193112"/>
                <a:gd name="connsiteY3" fmla="*/ 82726 h 159986"/>
                <a:gd name="connsiteX4" fmla="*/ 36027 w 193112"/>
                <a:gd name="connsiteY4" fmla="*/ 0 h 1599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3112" h="159986">
                  <a:moveTo>
                    <a:pt x="36027" y="0"/>
                  </a:moveTo>
                  <a:lnTo>
                    <a:pt x="0" y="77260"/>
                  </a:lnTo>
                  <a:lnTo>
                    <a:pt x="157085" y="159986"/>
                  </a:lnTo>
                  <a:lnTo>
                    <a:pt x="193112" y="82726"/>
                  </a:lnTo>
                  <a:lnTo>
                    <a:pt x="36027" y="0"/>
                  </a:lnTo>
                  <a:close/>
                </a:path>
              </a:pathLst>
            </a:custGeom>
            <a:gradFill>
              <a:gsLst>
                <a:gs pos="8000">
                  <a:srgbClr val="A5A5A5"/>
                </a:gs>
                <a:gs pos="50000">
                  <a:srgbClr val="A5A5A5">
                    <a:lumMod val="65000"/>
                    <a:lumOff val="35000"/>
                  </a:srgbClr>
                </a:gs>
                <a:gs pos="100000">
                  <a:srgbClr val="A5A5A5">
                    <a:lumMod val="75000"/>
                    <a:lumOff val="25000"/>
                  </a:srgbClr>
                </a:gs>
              </a:gsLst>
              <a:lin ang="12000000" scaled="0"/>
            </a:gradFill>
            <a:ln w="12700" cap="flat" cmpd="sng" algn="ctr">
              <a:noFill/>
              <a:prstDash val="solid"/>
              <a:miter lim="800000"/>
            </a:ln>
            <a:effectLst/>
            <a:scene3d>
              <a:camera prst="orthographicFront"/>
              <a:lightRig rig="harsh" dir="t"/>
            </a:scene3d>
            <a:sp3d extrusionH="12700" prstMaterial="metal">
              <a:bevelT w="38100" h="25400"/>
            </a:sp3d>
          </p:spPr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5" name="Freeform 79">
              <a:extLst>
                <a:ext uri="{FF2B5EF4-FFF2-40B4-BE49-F238E27FC236}">
                  <a16:creationId xmlns:a16="http://schemas.microsoft.com/office/drawing/2014/main" id="{9D079DDD-634C-A6AB-0184-7CF5BC7642EB}"/>
                </a:ext>
              </a:extLst>
            </p:cNvPr>
            <p:cNvSpPr/>
            <p:nvPr/>
          </p:nvSpPr>
          <p:spPr>
            <a:xfrm rot="6900000" flipV="1">
              <a:off x="5731867" y="5273546"/>
              <a:ext cx="93620" cy="71059"/>
            </a:xfrm>
            <a:custGeom>
              <a:avLst/>
              <a:gdLst>
                <a:gd name="connsiteX0" fmla="*/ 36026 w 250828"/>
                <a:gd name="connsiteY0" fmla="*/ 0 h 190381"/>
                <a:gd name="connsiteX1" fmla="*/ 0 w 250828"/>
                <a:gd name="connsiteY1" fmla="*/ 77261 h 190381"/>
                <a:gd name="connsiteX2" fmla="*/ 214801 w 250828"/>
                <a:gd name="connsiteY2" fmla="*/ 190381 h 190381"/>
                <a:gd name="connsiteX3" fmla="*/ 250828 w 250828"/>
                <a:gd name="connsiteY3" fmla="*/ 113121 h 190381"/>
                <a:gd name="connsiteX4" fmla="*/ 36026 w 250828"/>
                <a:gd name="connsiteY4" fmla="*/ 0 h 1903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50828" h="190381">
                  <a:moveTo>
                    <a:pt x="36026" y="0"/>
                  </a:moveTo>
                  <a:lnTo>
                    <a:pt x="0" y="77261"/>
                  </a:lnTo>
                  <a:lnTo>
                    <a:pt x="214801" y="190381"/>
                  </a:lnTo>
                  <a:lnTo>
                    <a:pt x="250828" y="113121"/>
                  </a:lnTo>
                  <a:lnTo>
                    <a:pt x="36026" y="0"/>
                  </a:lnTo>
                  <a:close/>
                </a:path>
              </a:pathLst>
            </a:custGeom>
            <a:gradFill>
              <a:gsLst>
                <a:gs pos="8000">
                  <a:srgbClr val="A5A5A5"/>
                </a:gs>
                <a:gs pos="50000">
                  <a:srgbClr val="A5A5A5">
                    <a:lumMod val="65000"/>
                    <a:lumOff val="35000"/>
                  </a:srgbClr>
                </a:gs>
                <a:gs pos="100000">
                  <a:srgbClr val="A5A5A5">
                    <a:lumMod val="75000"/>
                    <a:lumOff val="25000"/>
                  </a:srgbClr>
                </a:gs>
              </a:gsLst>
              <a:lin ang="12000000" scaled="0"/>
            </a:gradFill>
            <a:ln w="12700" cap="flat" cmpd="sng" algn="ctr">
              <a:noFill/>
              <a:prstDash val="solid"/>
              <a:miter lim="800000"/>
            </a:ln>
            <a:effectLst/>
            <a:scene3d>
              <a:camera prst="orthographicFront"/>
              <a:lightRig rig="harsh" dir="t"/>
            </a:scene3d>
            <a:sp3d extrusionH="12700" prstMaterial="metal">
              <a:bevelT w="38100" h="25400"/>
            </a:sp3d>
          </p:spPr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6" name="Freeform 80">
              <a:extLst>
                <a:ext uri="{FF2B5EF4-FFF2-40B4-BE49-F238E27FC236}">
                  <a16:creationId xmlns:a16="http://schemas.microsoft.com/office/drawing/2014/main" id="{727E7B11-F7BD-9090-7AA3-C944A1698833}"/>
                </a:ext>
              </a:extLst>
            </p:cNvPr>
            <p:cNvSpPr/>
            <p:nvPr/>
          </p:nvSpPr>
          <p:spPr>
            <a:xfrm rot="6900000" flipV="1">
              <a:off x="5969931" y="5273546"/>
              <a:ext cx="93620" cy="71059"/>
            </a:xfrm>
            <a:custGeom>
              <a:avLst/>
              <a:gdLst>
                <a:gd name="connsiteX0" fmla="*/ 36026 w 250828"/>
                <a:gd name="connsiteY0" fmla="*/ 0 h 190381"/>
                <a:gd name="connsiteX1" fmla="*/ 0 w 250828"/>
                <a:gd name="connsiteY1" fmla="*/ 77260 h 190381"/>
                <a:gd name="connsiteX2" fmla="*/ 214801 w 250828"/>
                <a:gd name="connsiteY2" fmla="*/ 190381 h 190381"/>
                <a:gd name="connsiteX3" fmla="*/ 250828 w 250828"/>
                <a:gd name="connsiteY3" fmla="*/ 113121 h 190381"/>
                <a:gd name="connsiteX4" fmla="*/ 36026 w 250828"/>
                <a:gd name="connsiteY4" fmla="*/ 0 h 1903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50828" h="190381">
                  <a:moveTo>
                    <a:pt x="36026" y="0"/>
                  </a:moveTo>
                  <a:lnTo>
                    <a:pt x="0" y="77260"/>
                  </a:lnTo>
                  <a:lnTo>
                    <a:pt x="214801" y="190381"/>
                  </a:lnTo>
                  <a:lnTo>
                    <a:pt x="250828" y="113121"/>
                  </a:lnTo>
                  <a:lnTo>
                    <a:pt x="36026" y="0"/>
                  </a:lnTo>
                  <a:close/>
                </a:path>
              </a:pathLst>
            </a:custGeom>
            <a:gradFill>
              <a:gsLst>
                <a:gs pos="8000">
                  <a:srgbClr val="A5A5A5"/>
                </a:gs>
                <a:gs pos="50000">
                  <a:srgbClr val="A5A5A5">
                    <a:lumMod val="65000"/>
                    <a:lumOff val="35000"/>
                  </a:srgbClr>
                </a:gs>
                <a:gs pos="100000">
                  <a:srgbClr val="A5A5A5">
                    <a:lumMod val="75000"/>
                    <a:lumOff val="25000"/>
                  </a:srgbClr>
                </a:gs>
              </a:gsLst>
              <a:lin ang="12000000" scaled="0"/>
            </a:gradFill>
            <a:ln w="12700" cap="flat" cmpd="sng" algn="ctr">
              <a:noFill/>
              <a:prstDash val="solid"/>
              <a:miter lim="800000"/>
            </a:ln>
            <a:effectLst/>
            <a:scene3d>
              <a:camera prst="orthographicFront"/>
              <a:lightRig rig="harsh" dir="t"/>
            </a:scene3d>
            <a:sp3d extrusionH="12700" prstMaterial="metal">
              <a:bevelT w="38100" h="25400"/>
            </a:sp3d>
          </p:spPr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7" name="Freeform 81">
              <a:extLst>
                <a:ext uri="{FF2B5EF4-FFF2-40B4-BE49-F238E27FC236}">
                  <a16:creationId xmlns:a16="http://schemas.microsoft.com/office/drawing/2014/main" id="{33E104AD-FC79-1B77-E6EF-3280E301CE81}"/>
                </a:ext>
              </a:extLst>
            </p:cNvPr>
            <p:cNvSpPr/>
            <p:nvPr/>
          </p:nvSpPr>
          <p:spPr>
            <a:xfrm rot="6900000" flipV="1">
              <a:off x="5566588" y="5113961"/>
              <a:ext cx="151516" cy="213315"/>
            </a:xfrm>
            <a:custGeom>
              <a:avLst/>
              <a:gdLst>
                <a:gd name="connsiteX0" fmla="*/ 227926 w 405942"/>
                <a:gd name="connsiteY0" fmla="*/ 0 h 571514"/>
                <a:gd name="connsiteX1" fmla="*/ 0 w 405942"/>
                <a:gd name="connsiteY1" fmla="*/ 488789 h 571514"/>
                <a:gd name="connsiteX2" fmla="*/ 157085 w 405942"/>
                <a:gd name="connsiteY2" fmla="*/ 571514 h 571514"/>
                <a:gd name="connsiteX3" fmla="*/ 405942 w 405942"/>
                <a:gd name="connsiteY3" fmla="*/ 37838 h 571514"/>
                <a:gd name="connsiteX4" fmla="*/ 227926 w 405942"/>
                <a:gd name="connsiteY4" fmla="*/ 0 h 5715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05942" h="571514">
                  <a:moveTo>
                    <a:pt x="227926" y="0"/>
                  </a:moveTo>
                  <a:lnTo>
                    <a:pt x="0" y="488789"/>
                  </a:lnTo>
                  <a:lnTo>
                    <a:pt x="157085" y="571514"/>
                  </a:lnTo>
                  <a:lnTo>
                    <a:pt x="405942" y="37838"/>
                  </a:lnTo>
                  <a:lnTo>
                    <a:pt x="227926" y="0"/>
                  </a:lnTo>
                  <a:close/>
                </a:path>
              </a:pathLst>
            </a:custGeom>
            <a:gradFill>
              <a:gsLst>
                <a:gs pos="8000">
                  <a:srgbClr val="A5A5A5"/>
                </a:gs>
                <a:gs pos="50000">
                  <a:srgbClr val="A5A5A5">
                    <a:lumMod val="65000"/>
                    <a:lumOff val="35000"/>
                  </a:srgbClr>
                </a:gs>
                <a:gs pos="100000">
                  <a:srgbClr val="A5A5A5">
                    <a:lumMod val="75000"/>
                    <a:lumOff val="25000"/>
                  </a:srgbClr>
                </a:gs>
              </a:gsLst>
              <a:lin ang="12000000" scaled="0"/>
            </a:gradFill>
            <a:ln w="12700" cap="flat" cmpd="sng" algn="ctr">
              <a:noFill/>
              <a:prstDash val="solid"/>
              <a:miter lim="800000"/>
            </a:ln>
            <a:effectLst/>
            <a:scene3d>
              <a:camera prst="orthographicFront"/>
              <a:lightRig rig="harsh" dir="t"/>
            </a:scene3d>
            <a:sp3d extrusionH="12700" prstMaterial="metal">
              <a:bevelT w="38100" h="25400"/>
            </a:sp3d>
          </p:spPr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8" name="Freeform 82">
              <a:extLst>
                <a:ext uri="{FF2B5EF4-FFF2-40B4-BE49-F238E27FC236}">
                  <a16:creationId xmlns:a16="http://schemas.microsoft.com/office/drawing/2014/main" id="{99BF1428-071A-92E5-DB9D-28239377D36A}"/>
                </a:ext>
              </a:extLst>
            </p:cNvPr>
            <p:cNvSpPr/>
            <p:nvPr/>
          </p:nvSpPr>
          <p:spPr>
            <a:xfrm rot="6900000" flipV="1">
              <a:off x="4733211" y="5314394"/>
              <a:ext cx="213429" cy="211304"/>
            </a:xfrm>
            <a:custGeom>
              <a:avLst/>
              <a:gdLst>
                <a:gd name="connsiteX0" fmla="*/ 263984 w 571823"/>
                <a:gd name="connsiteY0" fmla="*/ 0 h 566128"/>
                <a:gd name="connsiteX1" fmla="*/ 0 w 571823"/>
                <a:gd name="connsiteY1" fmla="*/ 566127 h 566128"/>
                <a:gd name="connsiteX2" fmla="*/ 307833 w 571823"/>
                <a:gd name="connsiteY2" fmla="*/ 566128 h 566128"/>
                <a:gd name="connsiteX3" fmla="*/ 571823 w 571823"/>
                <a:gd name="connsiteY3" fmla="*/ 0 h 566128"/>
                <a:gd name="connsiteX4" fmla="*/ 263984 w 571823"/>
                <a:gd name="connsiteY4" fmla="*/ 0 h 5661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1823" h="566128">
                  <a:moveTo>
                    <a:pt x="263984" y="0"/>
                  </a:moveTo>
                  <a:lnTo>
                    <a:pt x="0" y="566127"/>
                  </a:lnTo>
                  <a:lnTo>
                    <a:pt x="307833" y="566128"/>
                  </a:lnTo>
                  <a:lnTo>
                    <a:pt x="571823" y="0"/>
                  </a:lnTo>
                  <a:lnTo>
                    <a:pt x="263984" y="0"/>
                  </a:lnTo>
                  <a:close/>
                </a:path>
              </a:pathLst>
            </a:custGeom>
            <a:gradFill>
              <a:gsLst>
                <a:gs pos="8000">
                  <a:srgbClr val="A5A5A5"/>
                </a:gs>
                <a:gs pos="50000">
                  <a:srgbClr val="A5A5A5">
                    <a:lumMod val="65000"/>
                    <a:lumOff val="35000"/>
                  </a:srgbClr>
                </a:gs>
                <a:gs pos="100000">
                  <a:srgbClr val="A5A5A5">
                    <a:lumMod val="75000"/>
                    <a:lumOff val="25000"/>
                  </a:srgbClr>
                </a:gs>
              </a:gsLst>
              <a:lin ang="12000000" scaled="0"/>
            </a:gradFill>
            <a:ln w="12700" cap="flat" cmpd="sng" algn="ctr">
              <a:noFill/>
              <a:prstDash val="solid"/>
              <a:miter lim="800000"/>
            </a:ln>
            <a:effectLst/>
            <a:scene3d>
              <a:camera prst="orthographicFront"/>
              <a:lightRig rig="harsh" dir="t"/>
            </a:scene3d>
            <a:sp3d extrusionH="12700" prstMaterial="metal">
              <a:bevelT w="38100" h="25400"/>
            </a:sp3d>
          </p:spPr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9" name="Freeform 83">
              <a:extLst>
                <a:ext uri="{FF2B5EF4-FFF2-40B4-BE49-F238E27FC236}">
                  <a16:creationId xmlns:a16="http://schemas.microsoft.com/office/drawing/2014/main" id="{D1643029-481B-C9BB-5329-DBB496DB80D0}"/>
                </a:ext>
              </a:extLst>
            </p:cNvPr>
            <p:cNvSpPr/>
            <p:nvPr/>
          </p:nvSpPr>
          <p:spPr>
            <a:xfrm rot="6900000" flipV="1">
              <a:off x="5978412" y="5055103"/>
              <a:ext cx="54504" cy="50459"/>
            </a:xfrm>
            <a:custGeom>
              <a:avLst/>
              <a:gdLst>
                <a:gd name="connsiteX0" fmla="*/ 36026 w 146027"/>
                <a:gd name="connsiteY0" fmla="*/ 0 h 135189"/>
                <a:gd name="connsiteX1" fmla="*/ 0 w 146027"/>
                <a:gd name="connsiteY1" fmla="*/ 77260 h 135189"/>
                <a:gd name="connsiteX2" fmla="*/ 110001 w 146027"/>
                <a:gd name="connsiteY2" fmla="*/ 135189 h 135189"/>
                <a:gd name="connsiteX3" fmla="*/ 146027 w 146027"/>
                <a:gd name="connsiteY3" fmla="*/ 57930 h 135189"/>
                <a:gd name="connsiteX4" fmla="*/ 36026 w 146027"/>
                <a:gd name="connsiteY4" fmla="*/ 0 h 1351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6027" h="135189">
                  <a:moveTo>
                    <a:pt x="36026" y="0"/>
                  </a:moveTo>
                  <a:lnTo>
                    <a:pt x="0" y="77260"/>
                  </a:lnTo>
                  <a:lnTo>
                    <a:pt x="110001" y="135189"/>
                  </a:lnTo>
                  <a:lnTo>
                    <a:pt x="146027" y="57930"/>
                  </a:lnTo>
                  <a:lnTo>
                    <a:pt x="36026" y="0"/>
                  </a:lnTo>
                  <a:close/>
                </a:path>
              </a:pathLst>
            </a:custGeom>
            <a:gradFill>
              <a:gsLst>
                <a:gs pos="8000">
                  <a:srgbClr val="A5A5A5"/>
                </a:gs>
                <a:gs pos="50000">
                  <a:srgbClr val="A5A5A5">
                    <a:lumMod val="65000"/>
                    <a:lumOff val="35000"/>
                  </a:srgbClr>
                </a:gs>
                <a:gs pos="100000">
                  <a:srgbClr val="A5A5A5">
                    <a:lumMod val="75000"/>
                    <a:lumOff val="25000"/>
                  </a:srgbClr>
                </a:gs>
              </a:gsLst>
              <a:lin ang="12000000" scaled="0"/>
            </a:gradFill>
            <a:ln w="12700" cap="flat" cmpd="sng" algn="ctr">
              <a:noFill/>
              <a:prstDash val="solid"/>
              <a:miter lim="800000"/>
            </a:ln>
            <a:effectLst/>
            <a:scene3d>
              <a:camera prst="orthographicFront"/>
              <a:lightRig rig="harsh" dir="t"/>
            </a:scene3d>
            <a:sp3d extrusionH="12700" prstMaterial="metal">
              <a:bevelT w="38100" h="25400"/>
            </a:sp3d>
          </p:spPr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0" name="Freeform 84">
              <a:extLst>
                <a:ext uri="{FF2B5EF4-FFF2-40B4-BE49-F238E27FC236}">
                  <a16:creationId xmlns:a16="http://schemas.microsoft.com/office/drawing/2014/main" id="{970D6F36-5CCB-EB84-97C1-D88586D08828}"/>
                </a:ext>
              </a:extLst>
            </p:cNvPr>
            <p:cNvSpPr/>
            <p:nvPr/>
          </p:nvSpPr>
          <p:spPr>
            <a:xfrm rot="6900000" flipV="1">
              <a:off x="6841454" y="5271949"/>
              <a:ext cx="173956" cy="294905"/>
            </a:xfrm>
            <a:custGeom>
              <a:avLst/>
              <a:gdLst>
                <a:gd name="connsiteX0" fmla="*/ 0 w 466066"/>
                <a:gd name="connsiteY0" fmla="*/ 568803 h 790110"/>
                <a:gd name="connsiteX1" fmla="*/ 2978 w 466066"/>
                <a:gd name="connsiteY1" fmla="*/ 572110 h 790110"/>
                <a:gd name="connsiteX2" fmla="*/ 4529 w 466066"/>
                <a:gd name="connsiteY2" fmla="*/ 568800 h 790110"/>
                <a:gd name="connsiteX3" fmla="*/ 204638 w 466066"/>
                <a:gd name="connsiteY3" fmla="*/ 790110 h 790110"/>
                <a:gd name="connsiteX4" fmla="*/ 466066 w 466066"/>
                <a:gd name="connsiteY4" fmla="*/ 229474 h 790110"/>
                <a:gd name="connsiteX5" fmla="*/ 265241 w 466066"/>
                <a:gd name="connsiteY5" fmla="*/ 6584 h 790110"/>
                <a:gd name="connsiteX6" fmla="*/ 267264 w 466066"/>
                <a:gd name="connsiteY6" fmla="*/ 2247 h 790110"/>
                <a:gd name="connsiteX7" fmla="*/ 265241 w 466066"/>
                <a:gd name="connsiteY7" fmla="*/ 0 h 790110"/>
                <a:gd name="connsiteX8" fmla="*/ 0 w 466066"/>
                <a:gd name="connsiteY8" fmla="*/ 568803 h 7901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66066" h="790110">
                  <a:moveTo>
                    <a:pt x="0" y="568803"/>
                  </a:moveTo>
                  <a:lnTo>
                    <a:pt x="2978" y="572110"/>
                  </a:lnTo>
                  <a:lnTo>
                    <a:pt x="4529" y="568800"/>
                  </a:lnTo>
                  <a:lnTo>
                    <a:pt x="204638" y="790110"/>
                  </a:lnTo>
                  <a:lnTo>
                    <a:pt x="466066" y="229474"/>
                  </a:lnTo>
                  <a:lnTo>
                    <a:pt x="265241" y="6584"/>
                  </a:lnTo>
                  <a:lnTo>
                    <a:pt x="267264" y="2247"/>
                  </a:lnTo>
                  <a:lnTo>
                    <a:pt x="265241" y="0"/>
                  </a:lnTo>
                  <a:lnTo>
                    <a:pt x="0" y="568803"/>
                  </a:lnTo>
                  <a:close/>
                </a:path>
              </a:pathLst>
            </a:custGeom>
            <a:gradFill>
              <a:gsLst>
                <a:gs pos="8000">
                  <a:srgbClr val="A5A5A5"/>
                </a:gs>
                <a:gs pos="50000">
                  <a:srgbClr val="A5A5A5">
                    <a:lumMod val="65000"/>
                    <a:lumOff val="35000"/>
                  </a:srgbClr>
                </a:gs>
                <a:gs pos="100000">
                  <a:srgbClr val="A5A5A5">
                    <a:lumMod val="75000"/>
                    <a:lumOff val="25000"/>
                  </a:srgbClr>
                </a:gs>
              </a:gsLst>
              <a:lin ang="12000000" scaled="0"/>
            </a:gradFill>
            <a:ln w="12700" cap="flat" cmpd="sng" algn="ctr">
              <a:noFill/>
              <a:prstDash val="solid"/>
              <a:miter lim="800000"/>
            </a:ln>
            <a:effectLst/>
            <a:scene3d>
              <a:camera prst="orthographicFront"/>
              <a:lightRig rig="harsh" dir="t"/>
            </a:scene3d>
            <a:sp3d extrusionH="12700" prstMaterial="metal">
              <a:bevelT w="38100" h="25400"/>
            </a:sp3d>
          </p:spPr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1" name="Freeform 85">
              <a:extLst>
                <a:ext uri="{FF2B5EF4-FFF2-40B4-BE49-F238E27FC236}">
                  <a16:creationId xmlns:a16="http://schemas.microsoft.com/office/drawing/2014/main" id="{0C797427-133C-8ABA-DB99-BC58728263BB}"/>
                </a:ext>
              </a:extLst>
            </p:cNvPr>
            <p:cNvSpPr/>
            <p:nvPr/>
          </p:nvSpPr>
          <p:spPr>
            <a:xfrm rot="6900000" flipV="1">
              <a:off x="7092496" y="5268912"/>
              <a:ext cx="176371" cy="300865"/>
            </a:xfrm>
            <a:custGeom>
              <a:avLst/>
              <a:gdLst>
                <a:gd name="connsiteX0" fmla="*/ 0 w 472535"/>
                <a:gd name="connsiteY0" fmla="*/ 584086 h 806080"/>
                <a:gd name="connsiteX1" fmla="*/ 2150 w 472535"/>
                <a:gd name="connsiteY1" fmla="*/ 586475 h 806080"/>
                <a:gd name="connsiteX2" fmla="*/ 3271 w 472535"/>
                <a:gd name="connsiteY2" fmla="*/ 584084 h 806080"/>
                <a:gd name="connsiteX3" fmla="*/ 204317 w 472535"/>
                <a:gd name="connsiteY3" fmla="*/ 806080 h 806080"/>
                <a:gd name="connsiteX4" fmla="*/ 472535 w 472535"/>
                <a:gd name="connsiteY4" fmla="*/ 230887 h 806080"/>
                <a:gd name="connsiteX5" fmla="*/ 272367 w 472535"/>
                <a:gd name="connsiteY5" fmla="*/ 9511 h 806080"/>
                <a:gd name="connsiteX6" fmla="*/ 275296 w 472535"/>
                <a:gd name="connsiteY6" fmla="*/ 3254 h 806080"/>
                <a:gd name="connsiteX7" fmla="*/ 272366 w 472535"/>
                <a:gd name="connsiteY7" fmla="*/ 0 h 806080"/>
                <a:gd name="connsiteX8" fmla="*/ 0 w 472535"/>
                <a:gd name="connsiteY8" fmla="*/ 584086 h 8060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72535" h="806080">
                  <a:moveTo>
                    <a:pt x="0" y="584086"/>
                  </a:moveTo>
                  <a:lnTo>
                    <a:pt x="2150" y="586475"/>
                  </a:lnTo>
                  <a:lnTo>
                    <a:pt x="3271" y="584084"/>
                  </a:lnTo>
                  <a:lnTo>
                    <a:pt x="204317" y="806080"/>
                  </a:lnTo>
                  <a:lnTo>
                    <a:pt x="472535" y="230887"/>
                  </a:lnTo>
                  <a:lnTo>
                    <a:pt x="272367" y="9511"/>
                  </a:lnTo>
                  <a:lnTo>
                    <a:pt x="275296" y="3254"/>
                  </a:lnTo>
                  <a:lnTo>
                    <a:pt x="272366" y="0"/>
                  </a:lnTo>
                  <a:lnTo>
                    <a:pt x="0" y="584086"/>
                  </a:lnTo>
                  <a:close/>
                </a:path>
              </a:pathLst>
            </a:custGeom>
            <a:gradFill>
              <a:gsLst>
                <a:gs pos="8000">
                  <a:srgbClr val="A5A5A5"/>
                </a:gs>
                <a:gs pos="50000">
                  <a:srgbClr val="A5A5A5">
                    <a:lumMod val="65000"/>
                    <a:lumOff val="35000"/>
                  </a:srgbClr>
                </a:gs>
                <a:gs pos="100000">
                  <a:srgbClr val="A5A5A5">
                    <a:lumMod val="75000"/>
                    <a:lumOff val="25000"/>
                  </a:srgbClr>
                </a:gs>
              </a:gsLst>
              <a:lin ang="12000000" scaled="0"/>
            </a:gradFill>
            <a:ln w="12700" cap="flat" cmpd="sng" algn="ctr">
              <a:noFill/>
              <a:prstDash val="solid"/>
              <a:miter lim="800000"/>
            </a:ln>
            <a:effectLst/>
            <a:scene3d>
              <a:camera prst="orthographicFront"/>
              <a:lightRig rig="harsh" dir="t"/>
            </a:scene3d>
            <a:sp3d extrusionH="12700" prstMaterial="metal">
              <a:bevelT w="38100" h="25400"/>
            </a:sp3d>
          </p:spPr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2" name="Freeform 86">
              <a:extLst>
                <a:ext uri="{FF2B5EF4-FFF2-40B4-BE49-F238E27FC236}">
                  <a16:creationId xmlns:a16="http://schemas.microsoft.com/office/drawing/2014/main" id="{63B8CB4D-1B2A-9004-51BC-2139B2996DA9}"/>
                </a:ext>
              </a:extLst>
            </p:cNvPr>
            <p:cNvSpPr/>
            <p:nvPr/>
          </p:nvSpPr>
          <p:spPr>
            <a:xfrm rot="6900000" flipV="1">
              <a:off x="7347685" y="5268309"/>
              <a:ext cx="177714" cy="301965"/>
            </a:xfrm>
            <a:custGeom>
              <a:avLst/>
              <a:gdLst>
                <a:gd name="connsiteX0" fmla="*/ 275009 w 476134"/>
                <a:gd name="connsiteY0" fmla="*/ 0 h 809026"/>
                <a:gd name="connsiteX1" fmla="*/ 0 w 476134"/>
                <a:gd name="connsiteY1" fmla="*/ 589760 h 809026"/>
                <a:gd name="connsiteX2" fmla="*/ 2009 w 476134"/>
                <a:gd name="connsiteY2" fmla="*/ 591993 h 809026"/>
                <a:gd name="connsiteX3" fmla="*/ 3076 w 476134"/>
                <a:gd name="connsiteY3" fmla="*/ 589762 h 809026"/>
                <a:gd name="connsiteX4" fmla="*/ 205589 w 476134"/>
                <a:gd name="connsiteY4" fmla="*/ 809026 h 809026"/>
                <a:gd name="connsiteX5" fmla="*/ 476134 w 476134"/>
                <a:gd name="connsiteY5" fmla="*/ 228840 h 809026"/>
                <a:gd name="connsiteX6" fmla="*/ 275012 w 476134"/>
                <a:gd name="connsiteY6" fmla="*/ 6763 h 809026"/>
                <a:gd name="connsiteX7" fmla="*/ 277096 w 476134"/>
                <a:gd name="connsiteY7" fmla="*/ 2318 h 809026"/>
                <a:gd name="connsiteX8" fmla="*/ 275009 w 476134"/>
                <a:gd name="connsiteY8" fmla="*/ 0 h 8090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76134" h="809026">
                  <a:moveTo>
                    <a:pt x="275009" y="0"/>
                  </a:moveTo>
                  <a:lnTo>
                    <a:pt x="0" y="589760"/>
                  </a:lnTo>
                  <a:lnTo>
                    <a:pt x="2009" y="591993"/>
                  </a:lnTo>
                  <a:lnTo>
                    <a:pt x="3076" y="589762"/>
                  </a:lnTo>
                  <a:lnTo>
                    <a:pt x="205589" y="809026"/>
                  </a:lnTo>
                  <a:lnTo>
                    <a:pt x="476134" y="228840"/>
                  </a:lnTo>
                  <a:lnTo>
                    <a:pt x="275012" y="6763"/>
                  </a:lnTo>
                  <a:lnTo>
                    <a:pt x="277096" y="2318"/>
                  </a:lnTo>
                  <a:lnTo>
                    <a:pt x="275009" y="0"/>
                  </a:lnTo>
                  <a:close/>
                </a:path>
              </a:pathLst>
            </a:custGeom>
            <a:gradFill>
              <a:gsLst>
                <a:gs pos="8000">
                  <a:srgbClr val="A5A5A5"/>
                </a:gs>
                <a:gs pos="50000">
                  <a:srgbClr val="A5A5A5">
                    <a:lumMod val="65000"/>
                    <a:lumOff val="35000"/>
                  </a:srgbClr>
                </a:gs>
                <a:gs pos="100000">
                  <a:srgbClr val="A5A5A5">
                    <a:lumMod val="75000"/>
                    <a:lumOff val="25000"/>
                  </a:srgbClr>
                </a:gs>
              </a:gsLst>
              <a:lin ang="12000000" scaled="0"/>
            </a:gradFill>
            <a:ln w="12700" cap="flat" cmpd="sng" algn="ctr">
              <a:noFill/>
              <a:prstDash val="solid"/>
              <a:miter lim="800000"/>
            </a:ln>
            <a:effectLst/>
            <a:scene3d>
              <a:camera prst="orthographicFront"/>
              <a:lightRig rig="harsh" dir="t"/>
            </a:scene3d>
            <a:sp3d extrusionH="12700" prstMaterial="metal">
              <a:bevelT w="38100" h="25400"/>
            </a:sp3d>
          </p:spPr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3" name="Freeform 87">
              <a:extLst>
                <a:ext uri="{FF2B5EF4-FFF2-40B4-BE49-F238E27FC236}">
                  <a16:creationId xmlns:a16="http://schemas.microsoft.com/office/drawing/2014/main" id="{1D36BC9D-7B99-8886-F75E-4DBD7B4CF6A0}"/>
                </a:ext>
              </a:extLst>
            </p:cNvPr>
            <p:cNvSpPr/>
            <p:nvPr/>
          </p:nvSpPr>
          <p:spPr>
            <a:xfrm rot="6900000" flipV="1">
              <a:off x="7667532" y="5185984"/>
              <a:ext cx="245295" cy="483062"/>
            </a:xfrm>
            <a:custGeom>
              <a:avLst/>
              <a:gdLst>
                <a:gd name="connsiteX0" fmla="*/ 454355 w 657198"/>
                <a:gd name="connsiteY0" fmla="*/ 0 h 1294223"/>
                <a:gd name="connsiteX1" fmla="*/ 0 w 657198"/>
                <a:gd name="connsiteY1" fmla="*/ 974368 h 1294223"/>
                <a:gd name="connsiteX2" fmla="*/ 158684 w 657198"/>
                <a:gd name="connsiteY2" fmla="*/ 1294223 h 1294223"/>
                <a:gd name="connsiteX3" fmla="*/ 657198 w 657198"/>
                <a:gd name="connsiteY3" fmla="*/ 225156 h 1294223"/>
                <a:gd name="connsiteX4" fmla="*/ 454356 w 657198"/>
                <a:gd name="connsiteY4" fmla="*/ 5537 h 1294223"/>
                <a:gd name="connsiteX5" fmla="*/ 456086 w 657198"/>
                <a:gd name="connsiteY5" fmla="*/ 1921 h 1294223"/>
                <a:gd name="connsiteX6" fmla="*/ 454355 w 657198"/>
                <a:gd name="connsiteY6" fmla="*/ 0 h 1294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57198" h="1294223">
                  <a:moveTo>
                    <a:pt x="454355" y="0"/>
                  </a:moveTo>
                  <a:lnTo>
                    <a:pt x="0" y="974368"/>
                  </a:lnTo>
                  <a:lnTo>
                    <a:pt x="158684" y="1294223"/>
                  </a:lnTo>
                  <a:lnTo>
                    <a:pt x="657198" y="225156"/>
                  </a:lnTo>
                  <a:lnTo>
                    <a:pt x="454356" y="5537"/>
                  </a:lnTo>
                  <a:lnTo>
                    <a:pt x="456086" y="1921"/>
                  </a:lnTo>
                  <a:lnTo>
                    <a:pt x="454355" y="0"/>
                  </a:lnTo>
                  <a:close/>
                </a:path>
              </a:pathLst>
            </a:custGeom>
            <a:gradFill>
              <a:gsLst>
                <a:gs pos="8000">
                  <a:srgbClr val="A5A5A5"/>
                </a:gs>
                <a:gs pos="50000">
                  <a:srgbClr val="A5A5A5">
                    <a:lumMod val="60000"/>
                    <a:lumOff val="40000"/>
                  </a:srgbClr>
                </a:gs>
                <a:gs pos="100000">
                  <a:srgbClr val="999999">
                    <a:lumMod val="60000"/>
                    <a:lumOff val="40000"/>
                  </a:srgbClr>
                </a:gs>
              </a:gsLst>
              <a:lin ang="12000000" scaled="0"/>
            </a:gradFill>
            <a:ln w="12700" cap="flat" cmpd="sng" algn="ctr">
              <a:noFill/>
              <a:prstDash val="solid"/>
              <a:miter lim="800000"/>
            </a:ln>
            <a:effectLst/>
            <a:scene3d>
              <a:camera prst="orthographicFront"/>
              <a:lightRig rig="harsh" dir="t"/>
            </a:scene3d>
            <a:sp3d extrusionH="12700" prstMaterial="metal">
              <a:bevelT w="38100" h="25400"/>
            </a:sp3d>
          </p:spPr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4" name="Freeform 88">
              <a:extLst>
                <a:ext uri="{FF2B5EF4-FFF2-40B4-BE49-F238E27FC236}">
                  <a16:creationId xmlns:a16="http://schemas.microsoft.com/office/drawing/2014/main" id="{558F6869-5AFE-9712-2040-8D83FF7D9F73}"/>
                </a:ext>
              </a:extLst>
            </p:cNvPr>
            <p:cNvSpPr/>
            <p:nvPr/>
          </p:nvSpPr>
          <p:spPr>
            <a:xfrm rot="6900000" flipV="1">
              <a:off x="6279491" y="4967854"/>
              <a:ext cx="131177" cy="224956"/>
            </a:xfrm>
            <a:custGeom>
              <a:avLst/>
              <a:gdLst>
                <a:gd name="connsiteX0" fmla="*/ 247741 w 351450"/>
                <a:gd name="connsiteY0" fmla="*/ 0 h 602703"/>
                <a:gd name="connsiteX1" fmla="*/ 0 w 351450"/>
                <a:gd name="connsiteY1" fmla="*/ 531281 h 602703"/>
                <a:gd name="connsiteX2" fmla="*/ 103710 w 351450"/>
                <a:gd name="connsiteY2" fmla="*/ 602703 h 602703"/>
                <a:gd name="connsiteX3" fmla="*/ 351450 w 351450"/>
                <a:gd name="connsiteY3" fmla="*/ 71422 h 602703"/>
                <a:gd name="connsiteX4" fmla="*/ 247741 w 351450"/>
                <a:gd name="connsiteY4" fmla="*/ 0 h 6027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51450" h="602703">
                  <a:moveTo>
                    <a:pt x="247741" y="0"/>
                  </a:moveTo>
                  <a:lnTo>
                    <a:pt x="0" y="531281"/>
                  </a:lnTo>
                  <a:lnTo>
                    <a:pt x="103710" y="602703"/>
                  </a:lnTo>
                  <a:lnTo>
                    <a:pt x="351450" y="71422"/>
                  </a:lnTo>
                  <a:lnTo>
                    <a:pt x="247741" y="0"/>
                  </a:lnTo>
                  <a:close/>
                </a:path>
              </a:pathLst>
            </a:custGeom>
            <a:gradFill>
              <a:gsLst>
                <a:gs pos="8000">
                  <a:srgbClr val="A5A5A5"/>
                </a:gs>
                <a:gs pos="50000">
                  <a:srgbClr val="A5A5A5">
                    <a:lumMod val="65000"/>
                    <a:lumOff val="35000"/>
                  </a:srgbClr>
                </a:gs>
                <a:gs pos="100000">
                  <a:srgbClr val="A5A5A5">
                    <a:lumMod val="75000"/>
                    <a:lumOff val="25000"/>
                  </a:srgbClr>
                </a:gs>
              </a:gsLst>
              <a:lin ang="12000000" scaled="0"/>
            </a:gradFill>
            <a:ln w="12700" cap="flat" cmpd="sng" algn="ctr">
              <a:noFill/>
              <a:prstDash val="solid"/>
              <a:miter lim="800000"/>
            </a:ln>
            <a:effectLst/>
            <a:scene3d>
              <a:camera prst="orthographicFront"/>
              <a:lightRig rig="harsh" dir="t"/>
            </a:scene3d>
            <a:sp3d extrusionH="12700" prstMaterial="metal">
              <a:bevelT w="38100" h="25400"/>
            </a:sp3d>
          </p:spPr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5" name="Freeform 89">
              <a:extLst>
                <a:ext uri="{FF2B5EF4-FFF2-40B4-BE49-F238E27FC236}">
                  <a16:creationId xmlns:a16="http://schemas.microsoft.com/office/drawing/2014/main" id="{06D2D1CB-E243-1A0C-71FD-9FCEF98ACC4E}"/>
                </a:ext>
              </a:extLst>
            </p:cNvPr>
            <p:cNvSpPr/>
            <p:nvPr/>
          </p:nvSpPr>
          <p:spPr>
            <a:xfrm rot="6900000" flipV="1">
              <a:off x="6499867" y="4991291"/>
              <a:ext cx="106653" cy="182267"/>
            </a:xfrm>
            <a:custGeom>
              <a:avLst/>
              <a:gdLst>
                <a:gd name="connsiteX0" fmla="*/ 182037 w 285747"/>
                <a:gd name="connsiteY0" fmla="*/ 0 h 488331"/>
                <a:gd name="connsiteX1" fmla="*/ 0 w 285747"/>
                <a:gd name="connsiteY1" fmla="*/ 390381 h 488331"/>
                <a:gd name="connsiteX2" fmla="*/ 91339 w 285747"/>
                <a:gd name="connsiteY2" fmla="*/ 488331 h 488331"/>
                <a:gd name="connsiteX3" fmla="*/ 285747 w 285747"/>
                <a:gd name="connsiteY3" fmla="*/ 71422 h 488331"/>
                <a:gd name="connsiteX4" fmla="*/ 182037 w 285747"/>
                <a:gd name="connsiteY4" fmla="*/ 0 h 4883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85747" h="488331">
                  <a:moveTo>
                    <a:pt x="182037" y="0"/>
                  </a:moveTo>
                  <a:lnTo>
                    <a:pt x="0" y="390381"/>
                  </a:lnTo>
                  <a:lnTo>
                    <a:pt x="91339" y="488331"/>
                  </a:lnTo>
                  <a:lnTo>
                    <a:pt x="285747" y="71422"/>
                  </a:lnTo>
                  <a:lnTo>
                    <a:pt x="182037" y="0"/>
                  </a:lnTo>
                  <a:close/>
                </a:path>
              </a:pathLst>
            </a:custGeom>
            <a:gradFill>
              <a:gsLst>
                <a:gs pos="8000">
                  <a:srgbClr val="A5A5A5"/>
                </a:gs>
                <a:gs pos="50000">
                  <a:srgbClr val="A5A5A5">
                    <a:lumMod val="65000"/>
                    <a:lumOff val="35000"/>
                  </a:srgbClr>
                </a:gs>
                <a:gs pos="100000">
                  <a:srgbClr val="A5A5A5">
                    <a:lumMod val="75000"/>
                    <a:lumOff val="25000"/>
                  </a:srgbClr>
                </a:gs>
              </a:gsLst>
              <a:lin ang="12000000" scaled="0"/>
            </a:gradFill>
            <a:ln w="12700" cap="flat" cmpd="sng" algn="ctr">
              <a:noFill/>
              <a:prstDash val="solid"/>
              <a:miter lim="800000"/>
            </a:ln>
            <a:effectLst/>
            <a:scene3d>
              <a:camera prst="orthographicFront"/>
              <a:lightRig rig="harsh" dir="t"/>
            </a:scene3d>
            <a:sp3d extrusionH="12700" prstMaterial="metal">
              <a:bevelT w="38100" h="25400"/>
            </a:sp3d>
          </p:spPr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6" name="Freeform 90">
              <a:extLst>
                <a:ext uri="{FF2B5EF4-FFF2-40B4-BE49-F238E27FC236}">
                  <a16:creationId xmlns:a16="http://schemas.microsoft.com/office/drawing/2014/main" id="{A2F65BE0-2645-7052-2A3A-FDC3C5E396EF}"/>
                </a:ext>
              </a:extLst>
            </p:cNvPr>
            <p:cNvSpPr/>
            <p:nvPr/>
          </p:nvSpPr>
          <p:spPr>
            <a:xfrm rot="6900000" flipV="1">
              <a:off x="6695201" y="4964319"/>
              <a:ext cx="124536" cy="233133"/>
            </a:xfrm>
            <a:custGeom>
              <a:avLst/>
              <a:gdLst>
                <a:gd name="connsiteX0" fmla="*/ 242318 w 333658"/>
                <a:gd name="connsiteY0" fmla="*/ 0 h 624613"/>
                <a:gd name="connsiteX1" fmla="*/ 0 w 333658"/>
                <a:gd name="connsiteY1" fmla="*/ 519654 h 624613"/>
                <a:gd name="connsiteX2" fmla="*/ 88071 w 333658"/>
                <a:gd name="connsiteY2" fmla="*/ 624613 h 624613"/>
                <a:gd name="connsiteX3" fmla="*/ 333658 w 333658"/>
                <a:gd name="connsiteY3" fmla="*/ 97950 h 624613"/>
                <a:gd name="connsiteX4" fmla="*/ 242318 w 333658"/>
                <a:gd name="connsiteY4" fmla="*/ 0 h 6246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3658" h="624613">
                  <a:moveTo>
                    <a:pt x="242318" y="0"/>
                  </a:moveTo>
                  <a:lnTo>
                    <a:pt x="0" y="519654"/>
                  </a:lnTo>
                  <a:lnTo>
                    <a:pt x="88071" y="624613"/>
                  </a:lnTo>
                  <a:lnTo>
                    <a:pt x="333658" y="97950"/>
                  </a:lnTo>
                  <a:lnTo>
                    <a:pt x="242318" y="0"/>
                  </a:lnTo>
                  <a:close/>
                </a:path>
              </a:pathLst>
            </a:custGeom>
            <a:gradFill>
              <a:gsLst>
                <a:gs pos="8000">
                  <a:srgbClr val="A5A5A5"/>
                </a:gs>
                <a:gs pos="50000">
                  <a:srgbClr val="A5A5A5">
                    <a:lumMod val="65000"/>
                    <a:lumOff val="35000"/>
                  </a:srgbClr>
                </a:gs>
                <a:gs pos="100000">
                  <a:srgbClr val="A5A5A5">
                    <a:lumMod val="75000"/>
                    <a:lumOff val="25000"/>
                  </a:srgbClr>
                </a:gs>
              </a:gsLst>
              <a:lin ang="12000000" scaled="0"/>
            </a:gradFill>
            <a:ln w="12700" cap="flat" cmpd="sng" algn="ctr">
              <a:noFill/>
              <a:prstDash val="solid"/>
              <a:miter lim="800000"/>
            </a:ln>
            <a:effectLst/>
            <a:scene3d>
              <a:camera prst="orthographicFront"/>
              <a:lightRig rig="harsh" dir="t"/>
            </a:scene3d>
            <a:sp3d extrusionH="12700" prstMaterial="metal">
              <a:bevelT w="38100" h="25400"/>
            </a:sp3d>
          </p:spPr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7" name="Freeform 91">
              <a:extLst>
                <a:ext uri="{FF2B5EF4-FFF2-40B4-BE49-F238E27FC236}">
                  <a16:creationId xmlns:a16="http://schemas.microsoft.com/office/drawing/2014/main" id="{24373130-EEB1-2CD6-FEA8-C2BA440ED1A0}"/>
                </a:ext>
              </a:extLst>
            </p:cNvPr>
            <p:cNvSpPr/>
            <p:nvPr/>
          </p:nvSpPr>
          <p:spPr>
            <a:xfrm rot="6900000" flipV="1">
              <a:off x="6921033" y="4971775"/>
              <a:ext cx="114851" cy="218678"/>
            </a:xfrm>
            <a:custGeom>
              <a:avLst/>
              <a:gdLst>
                <a:gd name="connsiteX0" fmla="*/ 219640 w 307711"/>
                <a:gd name="connsiteY0" fmla="*/ 0 h 585883"/>
                <a:gd name="connsiteX1" fmla="*/ 0 w 307711"/>
                <a:gd name="connsiteY1" fmla="*/ 471020 h 585883"/>
                <a:gd name="connsiteX2" fmla="*/ 83453 w 307711"/>
                <a:gd name="connsiteY2" fmla="*/ 585883 h 585883"/>
                <a:gd name="connsiteX3" fmla="*/ 307711 w 307711"/>
                <a:gd name="connsiteY3" fmla="*/ 104959 h 585883"/>
                <a:gd name="connsiteX4" fmla="*/ 219640 w 307711"/>
                <a:gd name="connsiteY4" fmla="*/ 0 h 5858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7711" h="585883">
                  <a:moveTo>
                    <a:pt x="219640" y="0"/>
                  </a:moveTo>
                  <a:lnTo>
                    <a:pt x="0" y="471020"/>
                  </a:lnTo>
                  <a:lnTo>
                    <a:pt x="83453" y="585883"/>
                  </a:lnTo>
                  <a:lnTo>
                    <a:pt x="307711" y="104959"/>
                  </a:lnTo>
                  <a:lnTo>
                    <a:pt x="219640" y="0"/>
                  </a:lnTo>
                  <a:close/>
                </a:path>
              </a:pathLst>
            </a:custGeom>
            <a:gradFill>
              <a:gsLst>
                <a:gs pos="8000">
                  <a:srgbClr val="A5A5A5"/>
                </a:gs>
                <a:gs pos="50000">
                  <a:srgbClr val="A5A5A5">
                    <a:lumMod val="65000"/>
                    <a:lumOff val="35000"/>
                  </a:srgbClr>
                </a:gs>
                <a:gs pos="100000">
                  <a:srgbClr val="A5A5A5">
                    <a:lumMod val="75000"/>
                    <a:lumOff val="25000"/>
                  </a:srgbClr>
                </a:gs>
              </a:gsLst>
              <a:lin ang="12000000" scaled="0"/>
            </a:gradFill>
            <a:ln w="12700" cap="flat" cmpd="sng" algn="ctr">
              <a:noFill/>
              <a:prstDash val="solid"/>
              <a:miter lim="800000"/>
            </a:ln>
            <a:effectLst/>
            <a:scene3d>
              <a:camera prst="orthographicFront"/>
              <a:lightRig rig="harsh" dir="t"/>
            </a:scene3d>
            <a:sp3d extrusionH="12700" prstMaterial="metal">
              <a:bevelT w="38100" h="25400"/>
            </a:sp3d>
          </p:spPr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8" name="Freeform 92">
              <a:extLst>
                <a:ext uri="{FF2B5EF4-FFF2-40B4-BE49-F238E27FC236}">
                  <a16:creationId xmlns:a16="http://schemas.microsoft.com/office/drawing/2014/main" id="{69F8A286-B74A-877E-EAB3-44958DBAC6FE}"/>
                </a:ext>
              </a:extLst>
            </p:cNvPr>
            <p:cNvSpPr/>
            <p:nvPr/>
          </p:nvSpPr>
          <p:spPr>
            <a:xfrm rot="6900000" flipV="1">
              <a:off x="7140177" y="4959063"/>
              <a:ext cx="123524" cy="243682"/>
            </a:xfrm>
            <a:custGeom>
              <a:avLst/>
              <a:gdLst>
                <a:gd name="connsiteX0" fmla="*/ 247495 w 330947"/>
                <a:gd name="connsiteY0" fmla="*/ 0 h 652877"/>
                <a:gd name="connsiteX1" fmla="*/ 0 w 330947"/>
                <a:gd name="connsiteY1" fmla="*/ 530754 h 652877"/>
                <a:gd name="connsiteX2" fmla="*/ 80067 w 330947"/>
                <a:gd name="connsiteY2" fmla="*/ 652877 h 652877"/>
                <a:gd name="connsiteX3" fmla="*/ 330947 w 330947"/>
                <a:gd name="connsiteY3" fmla="*/ 114863 h 652877"/>
                <a:gd name="connsiteX4" fmla="*/ 247495 w 330947"/>
                <a:gd name="connsiteY4" fmla="*/ 0 h 6528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0947" h="652877">
                  <a:moveTo>
                    <a:pt x="247495" y="0"/>
                  </a:moveTo>
                  <a:lnTo>
                    <a:pt x="0" y="530754"/>
                  </a:lnTo>
                  <a:lnTo>
                    <a:pt x="80067" y="652877"/>
                  </a:lnTo>
                  <a:lnTo>
                    <a:pt x="330947" y="114863"/>
                  </a:lnTo>
                  <a:lnTo>
                    <a:pt x="247495" y="0"/>
                  </a:lnTo>
                  <a:close/>
                </a:path>
              </a:pathLst>
            </a:custGeom>
            <a:gradFill>
              <a:gsLst>
                <a:gs pos="8000">
                  <a:srgbClr val="A5A5A5"/>
                </a:gs>
                <a:gs pos="50000">
                  <a:srgbClr val="A5A5A5">
                    <a:lumMod val="65000"/>
                    <a:lumOff val="35000"/>
                  </a:srgbClr>
                </a:gs>
                <a:gs pos="100000">
                  <a:srgbClr val="A5A5A5">
                    <a:lumMod val="75000"/>
                    <a:lumOff val="25000"/>
                  </a:srgbClr>
                </a:gs>
              </a:gsLst>
              <a:lin ang="12000000" scaled="0"/>
            </a:gradFill>
            <a:ln w="12700" cap="flat" cmpd="sng" algn="ctr">
              <a:noFill/>
              <a:prstDash val="solid"/>
              <a:miter lim="800000"/>
            </a:ln>
            <a:effectLst/>
            <a:scene3d>
              <a:camera prst="orthographicFront"/>
              <a:lightRig rig="harsh" dir="t"/>
            </a:scene3d>
            <a:sp3d extrusionH="12700" prstMaterial="metal">
              <a:bevelT w="38100" h="25400"/>
            </a:sp3d>
          </p:spPr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9" name="Freeform 93">
              <a:extLst>
                <a:ext uri="{FF2B5EF4-FFF2-40B4-BE49-F238E27FC236}">
                  <a16:creationId xmlns:a16="http://schemas.microsoft.com/office/drawing/2014/main" id="{9368D70D-B05C-7247-25F1-DED59DFA5026}"/>
                </a:ext>
              </a:extLst>
            </p:cNvPr>
            <p:cNvSpPr/>
            <p:nvPr/>
          </p:nvSpPr>
          <p:spPr>
            <a:xfrm rot="6900000" flipV="1">
              <a:off x="7367766" y="4972151"/>
              <a:ext cx="108603" cy="217801"/>
            </a:xfrm>
            <a:custGeom>
              <a:avLst/>
              <a:gdLst>
                <a:gd name="connsiteX0" fmla="*/ 210906 w 290973"/>
                <a:gd name="connsiteY0" fmla="*/ 0 h 583535"/>
                <a:gd name="connsiteX1" fmla="*/ 0 w 290973"/>
                <a:gd name="connsiteY1" fmla="*/ 452287 h 583535"/>
                <a:gd name="connsiteX2" fmla="*/ 75813 w 290973"/>
                <a:gd name="connsiteY2" fmla="*/ 583535 h 583535"/>
                <a:gd name="connsiteX3" fmla="*/ 290973 w 290973"/>
                <a:gd name="connsiteY3" fmla="*/ 122122 h 583535"/>
                <a:gd name="connsiteX4" fmla="*/ 210906 w 290973"/>
                <a:gd name="connsiteY4" fmla="*/ 0 h 5835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0973" h="583535">
                  <a:moveTo>
                    <a:pt x="210906" y="0"/>
                  </a:moveTo>
                  <a:lnTo>
                    <a:pt x="0" y="452287"/>
                  </a:lnTo>
                  <a:lnTo>
                    <a:pt x="75813" y="583535"/>
                  </a:lnTo>
                  <a:lnTo>
                    <a:pt x="290973" y="122122"/>
                  </a:lnTo>
                  <a:lnTo>
                    <a:pt x="210906" y="0"/>
                  </a:lnTo>
                  <a:close/>
                </a:path>
              </a:pathLst>
            </a:custGeom>
            <a:gradFill>
              <a:gsLst>
                <a:gs pos="8000">
                  <a:srgbClr val="A5A5A5"/>
                </a:gs>
                <a:gs pos="50000">
                  <a:srgbClr val="A5A5A5">
                    <a:lumMod val="65000"/>
                    <a:lumOff val="35000"/>
                  </a:srgbClr>
                </a:gs>
                <a:gs pos="100000">
                  <a:srgbClr val="A5A5A5">
                    <a:lumMod val="75000"/>
                    <a:lumOff val="25000"/>
                  </a:srgbClr>
                </a:gs>
              </a:gsLst>
              <a:lin ang="12000000" scaled="0"/>
            </a:gradFill>
            <a:ln w="12700" cap="flat" cmpd="sng" algn="ctr">
              <a:noFill/>
              <a:prstDash val="solid"/>
              <a:miter lim="800000"/>
            </a:ln>
            <a:effectLst/>
            <a:scene3d>
              <a:camera prst="orthographicFront"/>
              <a:lightRig rig="harsh" dir="t"/>
            </a:scene3d>
            <a:sp3d extrusionH="12700" prstMaterial="metal">
              <a:bevelT w="38100" h="25400"/>
            </a:sp3d>
          </p:spPr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0" name="Freeform 94">
              <a:extLst>
                <a:ext uri="{FF2B5EF4-FFF2-40B4-BE49-F238E27FC236}">
                  <a16:creationId xmlns:a16="http://schemas.microsoft.com/office/drawing/2014/main" id="{3E254155-FAA8-64CF-A37E-F0DD96F142DF}"/>
                </a:ext>
              </a:extLst>
            </p:cNvPr>
            <p:cNvSpPr/>
            <p:nvPr/>
          </p:nvSpPr>
          <p:spPr>
            <a:xfrm rot="6900000" flipV="1">
              <a:off x="7574229" y="4969151"/>
              <a:ext cx="108025" cy="224116"/>
            </a:xfrm>
            <a:custGeom>
              <a:avLst/>
              <a:gdLst>
                <a:gd name="connsiteX0" fmla="*/ 213611 w 289423"/>
                <a:gd name="connsiteY0" fmla="*/ 0 h 600454"/>
                <a:gd name="connsiteX1" fmla="*/ 0 w 289423"/>
                <a:gd name="connsiteY1" fmla="*/ 458089 h 600454"/>
                <a:gd name="connsiteX2" fmla="*/ 70629 w 289423"/>
                <a:gd name="connsiteY2" fmla="*/ 600454 h 600454"/>
                <a:gd name="connsiteX3" fmla="*/ 289423 w 289423"/>
                <a:gd name="connsiteY3" fmla="*/ 131247 h 600454"/>
                <a:gd name="connsiteX4" fmla="*/ 213611 w 289423"/>
                <a:gd name="connsiteY4" fmla="*/ 0 h 6004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89423" h="600454">
                  <a:moveTo>
                    <a:pt x="213611" y="0"/>
                  </a:moveTo>
                  <a:lnTo>
                    <a:pt x="0" y="458089"/>
                  </a:lnTo>
                  <a:lnTo>
                    <a:pt x="70629" y="600454"/>
                  </a:lnTo>
                  <a:lnTo>
                    <a:pt x="289423" y="131247"/>
                  </a:lnTo>
                  <a:lnTo>
                    <a:pt x="213611" y="0"/>
                  </a:lnTo>
                  <a:close/>
                </a:path>
              </a:pathLst>
            </a:custGeom>
            <a:gradFill>
              <a:gsLst>
                <a:gs pos="8000">
                  <a:srgbClr val="A5A5A5"/>
                </a:gs>
                <a:gs pos="50000">
                  <a:srgbClr val="A5A5A5">
                    <a:lumMod val="65000"/>
                    <a:lumOff val="35000"/>
                  </a:srgbClr>
                </a:gs>
                <a:gs pos="100000">
                  <a:srgbClr val="A5A5A5">
                    <a:lumMod val="75000"/>
                    <a:lumOff val="25000"/>
                  </a:srgbClr>
                </a:gs>
              </a:gsLst>
              <a:lin ang="12000000" scaled="0"/>
            </a:gradFill>
            <a:ln w="12700" cap="flat" cmpd="sng" algn="ctr">
              <a:noFill/>
              <a:prstDash val="solid"/>
              <a:miter lim="800000"/>
            </a:ln>
            <a:effectLst/>
            <a:scene3d>
              <a:camera prst="orthographicFront"/>
              <a:lightRig rig="harsh" dir="t"/>
            </a:scene3d>
            <a:sp3d extrusionH="12700" prstMaterial="metal">
              <a:bevelT w="38100" h="25400"/>
            </a:sp3d>
          </p:spPr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1" name="Freeform 95">
              <a:extLst>
                <a:ext uri="{FF2B5EF4-FFF2-40B4-BE49-F238E27FC236}">
                  <a16:creationId xmlns:a16="http://schemas.microsoft.com/office/drawing/2014/main" id="{742E19C6-7630-860C-E986-46B3CE6C5572}"/>
                </a:ext>
              </a:extLst>
            </p:cNvPr>
            <p:cNvSpPr/>
            <p:nvPr/>
          </p:nvSpPr>
          <p:spPr>
            <a:xfrm rot="6900000" flipV="1">
              <a:off x="6719564" y="5023235"/>
              <a:ext cx="131135" cy="242289"/>
            </a:xfrm>
            <a:custGeom>
              <a:avLst/>
              <a:gdLst>
                <a:gd name="connsiteX0" fmla="*/ 246549 w 351341"/>
                <a:gd name="connsiteY0" fmla="*/ 0 h 649144"/>
                <a:gd name="connsiteX1" fmla="*/ 0 w 351341"/>
                <a:gd name="connsiteY1" fmla="*/ 528727 h 649144"/>
                <a:gd name="connsiteX2" fmla="*/ 101041 w 351341"/>
                <a:gd name="connsiteY2" fmla="*/ 649144 h 649144"/>
                <a:gd name="connsiteX3" fmla="*/ 351341 w 351341"/>
                <a:gd name="connsiteY3" fmla="*/ 112375 h 649144"/>
                <a:gd name="connsiteX4" fmla="*/ 246549 w 351341"/>
                <a:gd name="connsiteY4" fmla="*/ 0 h 6491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51341" h="649144">
                  <a:moveTo>
                    <a:pt x="246549" y="0"/>
                  </a:moveTo>
                  <a:lnTo>
                    <a:pt x="0" y="528727"/>
                  </a:lnTo>
                  <a:lnTo>
                    <a:pt x="101041" y="649144"/>
                  </a:lnTo>
                  <a:lnTo>
                    <a:pt x="351341" y="112375"/>
                  </a:lnTo>
                  <a:lnTo>
                    <a:pt x="246549" y="0"/>
                  </a:lnTo>
                  <a:close/>
                </a:path>
              </a:pathLst>
            </a:custGeom>
            <a:gradFill>
              <a:gsLst>
                <a:gs pos="8000">
                  <a:srgbClr val="A5A5A5"/>
                </a:gs>
                <a:gs pos="50000">
                  <a:srgbClr val="A5A5A5">
                    <a:lumMod val="65000"/>
                    <a:lumOff val="35000"/>
                  </a:srgbClr>
                </a:gs>
                <a:gs pos="100000">
                  <a:srgbClr val="A5A5A5">
                    <a:lumMod val="75000"/>
                    <a:lumOff val="25000"/>
                  </a:srgbClr>
                </a:gs>
              </a:gsLst>
              <a:lin ang="12000000" scaled="0"/>
            </a:gradFill>
            <a:ln w="12700" cap="flat" cmpd="sng" algn="ctr">
              <a:noFill/>
              <a:prstDash val="solid"/>
              <a:miter lim="800000"/>
            </a:ln>
            <a:effectLst/>
            <a:scene3d>
              <a:camera prst="orthographicFront"/>
              <a:lightRig rig="harsh" dir="t"/>
            </a:scene3d>
            <a:sp3d extrusionH="12700" prstMaterial="metal">
              <a:bevelT w="38100" h="25400"/>
            </a:sp3d>
          </p:spPr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2" name="Freeform 96">
              <a:extLst>
                <a:ext uri="{FF2B5EF4-FFF2-40B4-BE49-F238E27FC236}">
                  <a16:creationId xmlns:a16="http://schemas.microsoft.com/office/drawing/2014/main" id="{057F7548-A56B-FA6B-49FB-AA566566AEF5}"/>
                </a:ext>
              </a:extLst>
            </p:cNvPr>
            <p:cNvSpPr/>
            <p:nvPr/>
          </p:nvSpPr>
          <p:spPr>
            <a:xfrm rot="6900000" flipV="1">
              <a:off x="6949953" y="5029753"/>
              <a:ext cx="121923" cy="229776"/>
            </a:xfrm>
            <a:custGeom>
              <a:avLst/>
              <a:gdLst>
                <a:gd name="connsiteX0" fmla="*/ 225618 w 326660"/>
                <a:gd name="connsiteY0" fmla="*/ 0 h 615619"/>
                <a:gd name="connsiteX1" fmla="*/ 0 w 326660"/>
                <a:gd name="connsiteY1" fmla="*/ 483840 h 615619"/>
                <a:gd name="connsiteX2" fmla="*/ 95743 w 326660"/>
                <a:gd name="connsiteY2" fmla="*/ 615619 h 615619"/>
                <a:gd name="connsiteX3" fmla="*/ 326660 w 326660"/>
                <a:gd name="connsiteY3" fmla="*/ 120416 h 615619"/>
                <a:gd name="connsiteX4" fmla="*/ 225618 w 326660"/>
                <a:gd name="connsiteY4" fmla="*/ 0 h 6156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26660" h="615619">
                  <a:moveTo>
                    <a:pt x="225618" y="0"/>
                  </a:moveTo>
                  <a:lnTo>
                    <a:pt x="0" y="483840"/>
                  </a:lnTo>
                  <a:lnTo>
                    <a:pt x="95743" y="615619"/>
                  </a:lnTo>
                  <a:lnTo>
                    <a:pt x="326660" y="120416"/>
                  </a:lnTo>
                  <a:lnTo>
                    <a:pt x="225618" y="0"/>
                  </a:lnTo>
                  <a:close/>
                </a:path>
              </a:pathLst>
            </a:custGeom>
            <a:gradFill>
              <a:gsLst>
                <a:gs pos="8000">
                  <a:srgbClr val="A5A5A5"/>
                </a:gs>
                <a:gs pos="50000">
                  <a:srgbClr val="A5A5A5">
                    <a:lumMod val="65000"/>
                    <a:lumOff val="35000"/>
                  </a:srgbClr>
                </a:gs>
                <a:gs pos="100000">
                  <a:srgbClr val="A5A5A5">
                    <a:lumMod val="75000"/>
                    <a:lumOff val="25000"/>
                  </a:srgbClr>
                </a:gs>
              </a:gsLst>
              <a:lin ang="12000000" scaled="0"/>
            </a:gradFill>
            <a:ln w="12700" cap="flat" cmpd="sng" algn="ctr">
              <a:noFill/>
              <a:prstDash val="solid"/>
              <a:miter lim="800000"/>
            </a:ln>
            <a:effectLst/>
            <a:scene3d>
              <a:camera prst="orthographicFront"/>
              <a:lightRig rig="harsh" dir="t"/>
            </a:scene3d>
            <a:sp3d extrusionH="12700" prstMaterial="metal">
              <a:bevelT w="38100" h="25400"/>
            </a:sp3d>
          </p:spPr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3" name="Freeform 97">
              <a:extLst>
                <a:ext uri="{FF2B5EF4-FFF2-40B4-BE49-F238E27FC236}">
                  <a16:creationId xmlns:a16="http://schemas.microsoft.com/office/drawing/2014/main" id="{B668BA5C-0774-BFA6-D536-6C33A2F77E82}"/>
                </a:ext>
              </a:extLst>
            </p:cNvPr>
            <p:cNvSpPr/>
            <p:nvPr/>
          </p:nvSpPr>
          <p:spPr>
            <a:xfrm rot="6900000" flipV="1">
              <a:off x="7174331" y="5017450"/>
              <a:ext cx="129747" cy="253903"/>
            </a:xfrm>
            <a:custGeom>
              <a:avLst/>
              <a:gdLst>
                <a:gd name="connsiteX0" fmla="*/ 251877 w 347620"/>
                <a:gd name="connsiteY0" fmla="*/ 0 h 680260"/>
                <a:gd name="connsiteX1" fmla="*/ 0 w 347620"/>
                <a:gd name="connsiteY1" fmla="*/ 540152 h 680260"/>
                <a:gd name="connsiteX2" fmla="*/ 91860 w 347620"/>
                <a:gd name="connsiteY2" fmla="*/ 680260 h 680260"/>
                <a:gd name="connsiteX3" fmla="*/ 347620 w 347620"/>
                <a:gd name="connsiteY3" fmla="*/ 131779 h 680260"/>
                <a:gd name="connsiteX4" fmla="*/ 251877 w 347620"/>
                <a:gd name="connsiteY4" fmla="*/ 0 h 6802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47620" h="680260">
                  <a:moveTo>
                    <a:pt x="251877" y="0"/>
                  </a:moveTo>
                  <a:lnTo>
                    <a:pt x="0" y="540152"/>
                  </a:lnTo>
                  <a:lnTo>
                    <a:pt x="91860" y="680260"/>
                  </a:lnTo>
                  <a:lnTo>
                    <a:pt x="347620" y="131779"/>
                  </a:lnTo>
                  <a:lnTo>
                    <a:pt x="251877" y="0"/>
                  </a:lnTo>
                  <a:close/>
                </a:path>
              </a:pathLst>
            </a:custGeom>
            <a:gradFill>
              <a:gsLst>
                <a:gs pos="8000">
                  <a:srgbClr val="A5A5A5"/>
                </a:gs>
                <a:gs pos="50000">
                  <a:srgbClr val="A5A5A5">
                    <a:lumMod val="65000"/>
                    <a:lumOff val="35000"/>
                  </a:srgbClr>
                </a:gs>
                <a:gs pos="100000">
                  <a:srgbClr val="A5A5A5">
                    <a:lumMod val="75000"/>
                    <a:lumOff val="25000"/>
                  </a:srgbClr>
                </a:gs>
              </a:gsLst>
              <a:lin ang="12000000" scaled="0"/>
            </a:gradFill>
            <a:ln w="12700" cap="flat" cmpd="sng" algn="ctr">
              <a:noFill/>
              <a:prstDash val="solid"/>
              <a:miter lim="800000"/>
            </a:ln>
            <a:effectLst/>
            <a:scene3d>
              <a:camera prst="orthographicFront"/>
              <a:lightRig rig="harsh" dir="t"/>
            </a:scene3d>
            <a:sp3d extrusionH="12700" prstMaterial="metal">
              <a:bevelT w="38100" h="25400"/>
            </a:sp3d>
          </p:spPr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4" name="Freeform 98">
              <a:extLst>
                <a:ext uri="{FF2B5EF4-FFF2-40B4-BE49-F238E27FC236}">
                  <a16:creationId xmlns:a16="http://schemas.microsoft.com/office/drawing/2014/main" id="{5DA4025C-983C-069F-4597-032DCB89C950}"/>
                </a:ext>
              </a:extLst>
            </p:cNvPr>
            <p:cNvSpPr/>
            <p:nvPr/>
          </p:nvSpPr>
          <p:spPr>
            <a:xfrm rot="6900000" flipV="1">
              <a:off x="7618515" y="5026095"/>
              <a:ext cx="114698" cy="237314"/>
            </a:xfrm>
            <a:custGeom>
              <a:avLst/>
              <a:gdLst>
                <a:gd name="connsiteX0" fmla="*/ 220322 w 307300"/>
                <a:gd name="connsiteY0" fmla="*/ 0 h 635812"/>
                <a:gd name="connsiteX1" fmla="*/ 0 w 307300"/>
                <a:gd name="connsiteY1" fmla="*/ 472481 h 635812"/>
                <a:gd name="connsiteX2" fmla="*/ 81030 w 307300"/>
                <a:gd name="connsiteY2" fmla="*/ 635812 h 635812"/>
                <a:gd name="connsiteX3" fmla="*/ 307300 w 307300"/>
                <a:gd name="connsiteY3" fmla="*/ 150576 h 635812"/>
                <a:gd name="connsiteX4" fmla="*/ 220322 w 307300"/>
                <a:gd name="connsiteY4" fmla="*/ 0 h 6358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7300" h="635812">
                  <a:moveTo>
                    <a:pt x="220322" y="0"/>
                  </a:moveTo>
                  <a:lnTo>
                    <a:pt x="0" y="472481"/>
                  </a:lnTo>
                  <a:lnTo>
                    <a:pt x="81030" y="635812"/>
                  </a:lnTo>
                  <a:lnTo>
                    <a:pt x="307300" y="150576"/>
                  </a:lnTo>
                  <a:lnTo>
                    <a:pt x="220322" y="0"/>
                  </a:lnTo>
                  <a:close/>
                </a:path>
              </a:pathLst>
            </a:custGeom>
            <a:gradFill>
              <a:gsLst>
                <a:gs pos="8000">
                  <a:srgbClr val="A5A5A5"/>
                </a:gs>
                <a:gs pos="50000">
                  <a:srgbClr val="A5A5A5">
                    <a:lumMod val="65000"/>
                    <a:lumOff val="35000"/>
                  </a:srgbClr>
                </a:gs>
                <a:gs pos="100000">
                  <a:srgbClr val="A5A5A5">
                    <a:lumMod val="75000"/>
                    <a:lumOff val="25000"/>
                  </a:srgbClr>
                </a:gs>
              </a:gsLst>
              <a:lin ang="12000000" scaled="0"/>
            </a:gradFill>
            <a:ln w="12700" cap="flat" cmpd="sng" algn="ctr">
              <a:noFill/>
              <a:prstDash val="solid"/>
              <a:miter lim="800000"/>
            </a:ln>
            <a:effectLst/>
            <a:scene3d>
              <a:camera prst="orthographicFront"/>
              <a:lightRig rig="harsh" dir="t"/>
            </a:scene3d>
            <a:sp3d extrusionH="12700" prstMaterial="metal">
              <a:bevelT w="38100" h="25400"/>
            </a:sp3d>
          </p:spPr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5" name="Freeform 99">
              <a:extLst>
                <a:ext uri="{FF2B5EF4-FFF2-40B4-BE49-F238E27FC236}">
                  <a16:creationId xmlns:a16="http://schemas.microsoft.com/office/drawing/2014/main" id="{11B47052-70C3-FD01-F6B3-B20CC1D81EA9}"/>
                </a:ext>
              </a:extLst>
            </p:cNvPr>
            <p:cNvSpPr/>
            <p:nvPr/>
          </p:nvSpPr>
          <p:spPr>
            <a:xfrm rot="6900000" flipV="1">
              <a:off x="6294223" y="5098894"/>
              <a:ext cx="147745" cy="236366"/>
            </a:xfrm>
            <a:custGeom>
              <a:avLst/>
              <a:gdLst>
                <a:gd name="connsiteX0" fmla="*/ 247740 w 395841"/>
                <a:gd name="connsiteY0" fmla="*/ 0 h 633275"/>
                <a:gd name="connsiteX1" fmla="*/ 0 w 395841"/>
                <a:gd name="connsiteY1" fmla="*/ 531281 h 633275"/>
                <a:gd name="connsiteX2" fmla="*/ 148101 w 395841"/>
                <a:gd name="connsiteY2" fmla="*/ 633275 h 633275"/>
                <a:gd name="connsiteX3" fmla="*/ 395841 w 395841"/>
                <a:gd name="connsiteY3" fmla="*/ 101993 h 633275"/>
                <a:gd name="connsiteX4" fmla="*/ 247740 w 395841"/>
                <a:gd name="connsiteY4" fmla="*/ 0 h 633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95841" h="633275">
                  <a:moveTo>
                    <a:pt x="247740" y="0"/>
                  </a:moveTo>
                  <a:lnTo>
                    <a:pt x="0" y="531281"/>
                  </a:lnTo>
                  <a:lnTo>
                    <a:pt x="148101" y="633275"/>
                  </a:lnTo>
                  <a:lnTo>
                    <a:pt x="395841" y="101993"/>
                  </a:lnTo>
                  <a:lnTo>
                    <a:pt x="247740" y="0"/>
                  </a:lnTo>
                  <a:close/>
                </a:path>
              </a:pathLst>
            </a:custGeom>
            <a:gradFill>
              <a:gsLst>
                <a:gs pos="8000">
                  <a:srgbClr val="A5A5A5"/>
                </a:gs>
                <a:gs pos="50000">
                  <a:srgbClr val="A5A5A5">
                    <a:lumMod val="65000"/>
                    <a:lumOff val="35000"/>
                  </a:srgbClr>
                </a:gs>
                <a:gs pos="100000">
                  <a:srgbClr val="A5A5A5">
                    <a:lumMod val="75000"/>
                    <a:lumOff val="25000"/>
                  </a:srgbClr>
                </a:gs>
              </a:gsLst>
              <a:lin ang="12000000" scaled="0"/>
            </a:gradFill>
            <a:ln w="12700" cap="flat" cmpd="sng" algn="ctr">
              <a:noFill/>
              <a:prstDash val="solid"/>
              <a:miter lim="800000"/>
            </a:ln>
            <a:effectLst/>
            <a:scene3d>
              <a:camera prst="orthographicFront"/>
              <a:lightRig rig="harsh" dir="t"/>
            </a:scene3d>
            <a:sp3d extrusionH="12700" prstMaterial="metal">
              <a:bevelT w="38100" h="25400"/>
            </a:sp3d>
          </p:spPr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6" name="Freeform 100">
              <a:extLst>
                <a:ext uri="{FF2B5EF4-FFF2-40B4-BE49-F238E27FC236}">
                  <a16:creationId xmlns:a16="http://schemas.microsoft.com/office/drawing/2014/main" id="{6C638F71-99E1-EC83-A3D7-C21128BB416C}"/>
                </a:ext>
              </a:extLst>
            </p:cNvPr>
            <p:cNvSpPr/>
            <p:nvPr/>
          </p:nvSpPr>
          <p:spPr>
            <a:xfrm rot="6900000" flipV="1">
              <a:off x="6745941" y="5089337"/>
              <a:ext cx="142466" cy="257060"/>
            </a:xfrm>
            <a:custGeom>
              <a:avLst/>
              <a:gdLst>
                <a:gd name="connsiteX0" fmla="*/ 251263 w 381699"/>
                <a:gd name="connsiteY0" fmla="*/ 0 h 688719"/>
                <a:gd name="connsiteX1" fmla="*/ 0 w 381699"/>
                <a:gd name="connsiteY1" fmla="*/ 538834 h 688719"/>
                <a:gd name="connsiteX2" fmla="*/ 125769 w 381699"/>
                <a:gd name="connsiteY2" fmla="*/ 688719 h 688719"/>
                <a:gd name="connsiteX3" fmla="*/ 381699 w 381699"/>
                <a:gd name="connsiteY3" fmla="*/ 139876 h 688719"/>
                <a:gd name="connsiteX4" fmla="*/ 251263 w 381699"/>
                <a:gd name="connsiteY4" fmla="*/ 0 h 6887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1699" h="688719">
                  <a:moveTo>
                    <a:pt x="251263" y="0"/>
                  </a:moveTo>
                  <a:lnTo>
                    <a:pt x="0" y="538834"/>
                  </a:lnTo>
                  <a:lnTo>
                    <a:pt x="125769" y="688719"/>
                  </a:lnTo>
                  <a:lnTo>
                    <a:pt x="381699" y="139876"/>
                  </a:lnTo>
                  <a:lnTo>
                    <a:pt x="251263" y="0"/>
                  </a:lnTo>
                  <a:close/>
                </a:path>
              </a:pathLst>
            </a:custGeom>
            <a:gradFill>
              <a:gsLst>
                <a:gs pos="8000">
                  <a:srgbClr val="A5A5A5"/>
                </a:gs>
                <a:gs pos="50000">
                  <a:srgbClr val="A5A5A5">
                    <a:lumMod val="65000"/>
                    <a:lumOff val="35000"/>
                  </a:srgbClr>
                </a:gs>
                <a:gs pos="100000">
                  <a:srgbClr val="A5A5A5">
                    <a:lumMod val="75000"/>
                    <a:lumOff val="25000"/>
                  </a:srgbClr>
                </a:gs>
              </a:gsLst>
              <a:lin ang="12000000" scaled="0"/>
            </a:gradFill>
            <a:ln w="12700" cap="flat" cmpd="sng" algn="ctr">
              <a:noFill/>
              <a:prstDash val="solid"/>
              <a:miter lim="800000"/>
            </a:ln>
            <a:effectLst/>
            <a:scene3d>
              <a:camera prst="orthographicFront"/>
              <a:lightRig rig="harsh" dir="t"/>
            </a:scene3d>
            <a:sp3d extrusionH="12700" prstMaterial="metal">
              <a:bevelT w="38100" h="25400"/>
            </a:sp3d>
          </p:spPr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7" name="Freeform 101">
              <a:extLst>
                <a:ext uri="{FF2B5EF4-FFF2-40B4-BE49-F238E27FC236}">
                  <a16:creationId xmlns:a16="http://schemas.microsoft.com/office/drawing/2014/main" id="{29B16EDD-0278-BE41-8714-2241AC5ADA49}"/>
                </a:ext>
              </a:extLst>
            </p:cNvPr>
            <p:cNvSpPr/>
            <p:nvPr/>
          </p:nvSpPr>
          <p:spPr>
            <a:xfrm rot="6900000" flipV="1">
              <a:off x="7668302" y="5089223"/>
              <a:ext cx="125432" cy="258214"/>
            </a:xfrm>
            <a:custGeom>
              <a:avLst/>
              <a:gdLst>
                <a:gd name="connsiteX0" fmla="*/ 227796 w 336059"/>
                <a:gd name="connsiteY0" fmla="*/ 0 h 691811"/>
                <a:gd name="connsiteX1" fmla="*/ 0 w 336059"/>
                <a:gd name="connsiteY1" fmla="*/ 488510 h 691811"/>
                <a:gd name="connsiteX2" fmla="*/ 100860 w 336059"/>
                <a:gd name="connsiteY2" fmla="*/ 691811 h 691811"/>
                <a:gd name="connsiteX3" fmla="*/ 336059 w 336059"/>
                <a:gd name="connsiteY3" fmla="*/ 187425 h 691811"/>
                <a:gd name="connsiteX4" fmla="*/ 227796 w 336059"/>
                <a:gd name="connsiteY4" fmla="*/ 0 h 69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6059" h="691811">
                  <a:moveTo>
                    <a:pt x="227796" y="0"/>
                  </a:moveTo>
                  <a:lnTo>
                    <a:pt x="0" y="488510"/>
                  </a:lnTo>
                  <a:lnTo>
                    <a:pt x="100860" y="691811"/>
                  </a:lnTo>
                  <a:lnTo>
                    <a:pt x="336059" y="187425"/>
                  </a:lnTo>
                  <a:lnTo>
                    <a:pt x="227796" y="0"/>
                  </a:lnTo>
                  <a:close/>
                </a:path>
              </a:pathLst>
            </a:custGeom>
            <a:gradFill>
              <a:gsLst>
                <a:gs pos="8000">
                  <a:srgbClr val="A5A5A5"/>
                </a:gs>
                <a:gs pos="50000">
                  <a:srgbClr val="A5A5A5">
                    <a:lumMod val="65000"/>
                    <a:lumOff val="35000"/>
                  </a:srgbClr>
                </a:gs>
                <a:gs pos="100000">
                  <a:srgbClr val="A5A5A5">
                    <a:lumMod val="75000"/>
                    <a:lumOff val="25000"/>
                  </a:srgbClr>
                </a:gs>
              </a:gsLst>
              <a:lin ang="12000000" scaled="0"/>
            </a:gradFill>
            <a:ln w="12700" cap="flat" cmpd="sng" algn="ctr">
              <a:noFill/>
              <a:prstDash val="solid"/>
              <a:miter lim="800000"/>
            </a:ln>
            <a:effectLst/>
            <a:scene3d>
              <a:camera prst="orthographicFront"/>
              <a:lightRig rig="harsh" dir="t"/>
            </a:scene3d>
            <a:sp3d extrusionH="12700" prstMaterial="metal">
              <a:bevelT w="38100" h="25400"/>
            </a:sp3d>
          </p:spPr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8" name="Freeform 102">
              <a:extLst>
                <a:ext uri="{FF2B5EF4-FFF2-40B4-BE49-F238E27FC236}">
                  <a16:creationId xmlns:a16="http://schemas.microsoft.com/office/drawing/2014/main" id="{C4D65A10-092F-16EE-A820-0F0B66E85EA2}"/>
                </a:ext>
              </a:extLst>
            </p:cNvPr>
            <p:cNvSpPr/>
            <p:nvPr/>
          </p:nvSpPr>
          <p:spPr>
            <a:xfrm rot="6900000" flipV="1">
              <a:off x="6299552" y="5183899"/>
              <a:ext cx="168055" cy="250353"/>
            </a:xfrm>
            <a:custGeom>
              <a:avLst/>
              <a:gdLst>
                <a:gd name="connsiteX0" fmla="*/ 247741 w 450256"/>
                <a:gd name="connsiteY0" fmla="*/ 0 h 670748"/>
                <a:gd name="connsiteX1" fmla="*/ 0 w 450256"/>
                <a:gd name="connsiteY1" fmla="*/ 531281 h 670748"/>
                <a:gd name="connsiteX2" fmla="*/ 202516 w 450256"/>
                <a:gd name="connsiteY2" fmla="*/ 670748 h 670748"/>
                <a:gd name="connsiteX3" fmla="*/ 450256 w 450256"/>
                <a:gd name="connsiteY3" fmla="*/ 139467 h 670748"/>
                <a:gd name="connsiteX4" fmla="*/ 247741 w 450256"/>
                <a:gd name="connsiteY4" fmla="*/ 0 h 6707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50256" h="670748">
                  <a:moveTo>
                    <a:pt x="247741" y="0"/>
                  </a:moveTo>
                  <a:lnTo>
                    <a:pt x="0" y="531281"/>
                  </a:lnTo>
                  <a:lnTo>
                    <a:pt x="202516" y="670748"/>
                  </a:lnTo>
                  <a:lnTo>
                    <a:pt x="450256" y="139467"/>
                  </a:lnTo>
                  <a:lnTo>
                    <a:pt x="247741" y="0"/>
                  </a:lnTo>
                  <a:close/>
                </a:path>
              </a:pathLst>
            </a:custGeom>
            <a:gradFill>
              <a:gsLst>
                <a:gs pos="8000">
                  <a:srgbClr val="A5A5A5"/>
                </a:gs>
                <a:gs pos="50000">
                  <a:srgbClr val="A5A5A5">
                    <a:lumMod val="65000"/>
                    <a:lumOff val="35000"/>
                  </a:srgbClr>
                </a:gs>
                <a:gs pos="100000">
                  <a:srgbClr val="A5A5A5">
                    <a:lumMod val="75000"/>
                    <a:lumOff val="25000"/>
                  </a:srgbClr>
                </a:gs>
              </a:gsLst>
              <a:lin ang="12000000" scaled="0"/>
            </a:gradFill>
            <a:ln w="12700" cap="flat" cmpd="sng" algn="ctr">
              <a:noFill/>
              <a:prstDash val="solid"/>
              <a:miter lim="800000"/>
            </a:ln>
            <a:effectLst/>
            <a:scene3d>
              <a:camera prst="orthographicFront"/>
              <a:lightRig rig="harsh" dir="t"/>
            </a:scene3d>
            <a:sp3d extrusionH="12700" prstMaterial="metal">
              <a:bevelT w="38100" h="25400"/>
            </a:sp3d>
          </p:spPr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9" name="Freeform 103">
              <a:extLst>
                <a:ext uri="{FF2B5EF4-FFF2-40B4-BE49-F238E27FC236}">
                  <a16:creationId xmlns:a16="http://schemas.microsoft.com/office/drawing/2014/main" id="{726F0141-83EB-7DF9-3AC2-02A17E173408}"/>
                </a:ext>
              </a:extLst>
            </p:cNvPr>
            <p:cNvSpPr/>
            <p:nvPr/>
          </p:nvSpPr>
          <p:spPr>
            <a:xfrm rot="6900000" flipV="1">
              <a:off x="6538266" y="5182538"/>
              <a:ext cx="164119" cy="261247"/>
            </a:xfrm>
            <a:custGeom>
              <a:avLst/>
              <a:gdLst>
                <a:gd name="connsiteX0" fmla="*/ 237195 w 439711"/>
                <a:gd name="connsiteY0" fmla="*/ 0 h 699935"/>
                <a:gd name="connsiteX1" fmla="*/ 0 w 439711"/>
                <a:gd name="connsiteY1" fmla="*/ 508666 h 699935"/>
                <a:gd name="connsiteX2" fmla="*/ 178360 w 439711"/>
                <a:gd name="connsiteY2" fmla="*/ 699935 h 699935"/>
                <a:gd name="connsiteX3" fmla="*/ 439711 w 439711"/>
                <a:gd name="connsiteY3" fmla="*/ 139468 h 699935"/>
                <a:gd name="connsiteX4" fmla="*/ 237195 w 439711"/>
                <a:gd name="connsiteY4" fmla="*/ 0 h 6999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39711" h="699935">
                  <a:moveTo>
                    <a:pt x="237195" y="0"/>
                  </a:moveTo>
                  <a:lnTo>
                    <a:pt x="0" y="508666"/>
                  </a:lnTo>
                  <a:lnTo>
                    <a:pt x="178360" y="699935"/>
                  </a:lnTo>
                  <a:lnTo>
                    <a:pt x="439711" y="139468"/>
                  </a:lnTo>
                  <a:lnTo>
                    <a:pt x="237195" y="0"/>
                  </a:lnTo>
                  <a:close/>
                </a:path>
              </a:pathLst>
            </a:custGeom>
            <a:gradFill>
              <a:gsLst>
                <a:gs pos="8000">
                  <a:srgbClr val="A5A5A5"/>
                </a:gs>
                <a:gs pos="50000">
                  <a:srgbClr val="A5A5A5">
                    <a:lumMod val="65000"/>
                    <a:lumOff val="35000"/>
                  </a:srgbClr>
                </a:gs>
                <a:gs pos="100000">
                  <a:srgbClr val="A5A5A5">
                    <a:lumMod val="75000"/>
                    <a:lumOff val="25000"/>
                  </a:srgbClr>
                </a:gs>
              </a:gsLst>
              <a:lin ang="12000000" scaled="0"/>
            </a:gradFill>
            <a:ln w="12700" cap="flat" cmpd="sng" algn="ctr">
              <a:noFill/>
              <a:prstDash val="solid"/>
              <a:miter lim="800000"/>
            </a:ln>
            <a:effectLst/>
            <a:scene3d>
              <a:camera prst="orthographicFront"/>
              <a:lightRig rig="harsh" dir="t"/>
            </a:scene3d>
            <a:sp3d extrusionH="12700" prstMaterial="metal">
              <a:bevelT w="38100" h="25400"/>
            </a:sp3d>
          </p:spPr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0" name="Freeform 104">
              <a:extLst>
                <a:ext uri="{FF2B5EF4-FFF2-40B4-BE49-F238E27FC236}">
                  <a16:creationId xmlns:a16="http://schemas.microsoft.com/office/drawing/2014/main" id="{A4B7BF73-5F99-B18B-FF31-7941C85DDB86}"/>
                </a:ext>
              </a:extLst>
            </p:cNvPr>
            <p:cNvSpPr/>
            <p:nvPr/>
          </p:nvSpPr>
          <p:spPr>
            <a:xfrm rot="6900000" flipV="1">
              <a:off x="7728530" y="5164166"/>
              <a:ext cx="143612" cy="293243"/>
            </a:xfrm>
            <a:custGeom>
              <a:avLst/>
              <a:gdLst>
                <a:gd name="connsiteX0" fmla="*/ 236726 w 384767"/>
                <a:gd name="connsiteY0" fmla="*/ 0 h 785658"/>
                <a:gd name="connsiteX1" fmla="*/ 0 w 384767"/>
                <a:gd name="connsiteY1" fmla="*/ 507661 h 785658"/>
                <a:gd name="connsiteX2" fmla="*/ 137918 w 384767"/>
                <a:gd name="connsiteY2" fmla="*/ 785658 h 785658"/>
                <a:gd name="connsiteX3" fmla="*/ 384767 w 384767"/>
                <a:gd name="connsiteY3" fmla="*/ 256289 h 785658"/>
                <a:gd name="connsiteX4" fmla="*/ 236726 w 384767"/>
                <a:gd name="connsiteY4" fmla="*/ 0 h 7856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4767" h="785658">
                  <a:moveTo>
                    <a:pt x="236726" y="0"/>
                  </a:moveTo>
                  <a:lnTo>
                    <a:pt x="0" y="507661"/>
                  </a:lnTo>
                  <a:lnTo>
                    <a:pt x="137918" y="785658"/>
                  </a:lnTo>
                  <a:lnTo>
                    <a:pt x="384767" y="256289"/>
                  </a:lnTo>
                  <a:lnTo>
                    <a:pt x="236726" y="0"/>
                  </a:lnTo>
                  <a:close/>
                </a:path>
              </a:pathLst>
            </a:custGeom>
            <a:gradFill>
              <a:gsLst>
                <a:gs pos="8000">
                  <a:srgbClr val="A5A5A5"/>
                </a:gs>
                <a:gs pos="50000">
                  <a:srgbClr val="A5A5A5">
                    <a:lumMod val="65000"/>
                    <a:lumOff val="35000"/>
                  </a:srgbClr>
                </a:gs>
                <a:gs pos="100000">
                  <a:srgbClr val="A5A5A5">
                    <a:lumMod val="75000"/>
                    <a:lumOff val="25000"/>
                  </a:srgbClr>
                </a:gs>
              </a:gsLst>
              <a:lin ang="12000000" scaled="0"/>
            </a:gradFill>
            <a:ln w="12700" cap="flat" cmpd="sng" algn="ctr">
              <a:noFill/>
              <a:prstDash val="solid"/>
              <a:miter lim="800000"/>
            </a:ln>
            <a:effectLst/>
            <a:scene3d>
              <a:camera prst="orthographicFront"/>
              <a:lightRig rig="harsh" dir="t"/>
            </a:scene3d>
            <a:sp3d extrusionH="12700" prstMaterial="metal">
              <a:bevelT w="38100" h="25400"/>
            </a:sp3d>
          </p:spPr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1" name="Freeform 105">
              <a:extLst>
                <a:ext uri="{FF2B5EF4-FFF2-40B4-BE49-F238E27FC236}">
                  <a16:creationId xmlns:a16="http://schemas.microsoft.com/office/drawing/2014/main" id="{E8EA4919-1778-17B8-6A13-7E30FDE8CB21}"/>
                </a:ext>
              </a:extLst>
            </p:cNvPr>
            <p:cNvSpPr/>
            <p:nvPr/>
          </p:nvSpPr>
          <p:spPr>
            <a:xfrm rot="6900000" flipV="1">
              <a:off x="5387677" y="4985736"/>
              <a:ext cx="130137" cy="189191"/>
            </a:xfrm>
            <a:custGeom>
              <a:avLst/>
              <a:gdLst>
                <a:gd name="connsiteX0" fmla="*/ 224008 w 348666"/>
                <a:gd name="connsiteY0" fmla="*/ 0 h 506882"/>
                <a:gd name="connsiteX1" fmla="*/ 0 w 348666"/>
                <a:gd name="connsiteY1" fmla="*/ 480385 h 506882"/>
                <a:gd name="connsiteX2" fmla="*/ 124659 w 348666"/>
                <a:gd name="connsiteY2" fmla="*/ 506882 h 506882"/>
                <a:gd name="connsiteX3" fmla="*/ 348666 w 348666"/>
                <a:gd name="connsiteY3" fmla="*/ 26497 h 506882"/>
                <a:gd name="connsiteX4" fmla="*/ 224008 w 348666"/>
                <a:gd name="connsiteY4" fmla="*/ 0 h 5068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48666" h="506882">
                  <a:moveTo>
                    <a:pt x="224008" y="0"/>
                  </a:moveTo>
                  <a:lnTo>
                    <a:pt x="0" y="480385"/>
                  </a:lnTo>
                  <a:lnTo>
                    <a:pt x="124659" y="506882"/>
                  </a:lnTo>
                  <a:lnTo>
                    <a:pt x="348666" y="26497"/>
                  </a:lnTo>
                  <a:lnTo>
                    <a:pt x="224008" y="0"/>
                  </a:lnTo>
                  <a:close/>
                </a:path>
              </a:pathLst>
            </a:custGeom>
            <a:gradFill>
              <a:gsLst>
                <a:gs pos="8000">
                  <a:srgbClr val="A5A5A5"/>
                </a:gs>
                <a:gs pos="50000">
                  <a:srgbClr val="A5A5A5">
                    <a:lumMod val="65000"/>
                    <a:lumOff val="35000"/>
                  </a:srgbClr>
                </a:gs>
                <a:gs pos="100000">
                  <a:srgbClr val="A5A5A5">
                    <a:lumMod val="75000"/>
                    <a:lumOff val="25000"/>
                  </a:srgbClr>
                </a:gs>
              </a:gsLst>
              <a:lin ang="12000000" scaled="0"/>
            </a:gradFill>
            <a:ln w="12700" cap="flat" cmpd="sng" algn="ctr">
              <a:noFill/>
              <a:prstDash val="solid"/>
              <a:miter lim="800000"/>
            </a:ln>
            <a:effectLst/>
            <a:scene3d>
              <a:camera prst="orthographicFront"/>
              <a:lightRig rig="harsh" dir="t"/>
            </a:scene3d>
            <a:sp3d extrusionH="12700" prstMaterial="metal">
              <a:bevelT w="38100" h="25400"/>
            </a:sp3d>
          </p:spPr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2" name="Freeform 106">
              <a:extLst>
                <a:ext uri="{FF2B5EF4-FFF2-40B4-BE49-F238E27FC236}">
                  <a16:creationId xmlns:a16="http://schemas.microsoft.com/office/drawing/2014/main" id="{84D2B2BB-746F-62B7-252F-FA1D8140AFD3}"/>
                </a:ext>
              </a:extLst>
            </p:cNvPr>
            <p:cNvSpPr/>
            <p:nvPr/>
          </p:nvSpPr>
          <p:spPr>
            <a:xfrm rot="6900000" flipV="1">
              <a:off x="5595614" y="4996834"/>
              <a:ext cx="116630" cy="171956"/>
            </a:xfrm>
            <a:custGeom>
              <a:avLst/>
              <a:gdLst>
                <a:gd name="connsiteX0" fmla="*/ 187818 w 312477"/>
                <a:gd name="connsiteY0" fmla="*/ 0 h 460707"/>
                <a:gd name="connsiteX1" fmla="*/ 0 w 312477"/>
                <a:gd name="connsiteY1" fmla="*/ 402777 h 460707"/>
                <a:gd name="connsiteX2" fmla="*/ 110001 w 312477"/>
                <a:gd name="connsiteY2" fmla="*/ 460707 h 460707"/>
                <a:gd name="connsiteX3" fmla="*/ 312477 w 312477"/>
                <a:gd name="connsiteY3" fmla="*/ 26497 h 460707"/>
                <a:gd name="connsiteX4" fmla="*/ 187818 w 312477"/>
                <a:gd name="connsiteY4" fmla="*/ 0 h 4607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12477" h="460707">
                  <a:moveTo>
                    <a:pt x="187818" y="0"/>
                  </a:moveTo>
                  <a:lnTo>
                    <a:pt x="0" y="402777"/>
                  </a:lnTo>
                  <a:lnTo>
                    <a:pt x="110001" y="460707"/>
                  </a:lnTo>
                  <a:lnTo>
                    <a:pt x="312477" y="26497"/>
                  </a:lnTo>
                  <a:lnTo>
                    <a:pt x="187818" y="0"/>
                  </a:lnTo>
                  <a:close/>
                </a:path>
              </a:pathLst>
            </a:custGeom>
            <a:gradFill>
              <a:gsLst>
                <a:gs pos="8000">
                  <a:srgbClr val="A5A5A5"/>
                </a:gs>
                <a:gs pos="50000">
                  <a:srgbClr val="A5A5A5">
                    <a:lumMod val="65000"/>
                    <a:lumOff val="35000"/>
                  </a:srgbClr>
                </a:gs>
                <a:gs pos="100000">
                  <a:srgbClr val="A5A5A5">
                    <a:lumMod val="75000"/>
                    <a:lumOff val="25000"/>
                  </a:srgbClr>
                </a:gs>
              </a:gsLst>
              <a:lin ang="12000000" scaled="0"/>
            </a:gradFill>
            <a:ln w="12700" cap="flat" cmpd="sng" algn="ctr">
              <a:noFill/>
              <a:prstDash val="solid"/>
              <a:miter lim="800000"/>
            </a:ln>
            <a:effectLst/>
            <a:scene3d>
              <a:camera prst="orthographicFront"/>
              <a:lightRig rig="harsh" dir="t"/>
            </a:scene3d>
            <a:sp3d extrusionH="12700" prstMaterial="metal">
              <a:bevelT w="38100" h="25400"/>
            </a:sp3d>
          </p:spPr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3" name="Freeform 107">
              <a:extLst>
                <a:ext uri="{FF2B5EF4-FFF2-40B4-BE49-F238E27FC236}">
                  <a16:creationId xmlns:a16="http://schemas.microsoft.com/office/drawing/2014/main" id="{192E3EA8-C476-013C-A580-A797348130FA}"/>
                </a:ext>
              </a:extLst>
            </p:cNvPr>
            <p:cNvSpPr/>
            <p:nvPr/>
          </p:nvSpPr>
          <p:spPr>
            <a:xfrm rot="6900000" flipV="1">
              <a:off x="5828298" y="4988448"/>
              <a:ext cx="116668" cy="183771"/>
            </a:xfrm>
            <a:custGeom>
              <a:avLst/>
              <a:gdLst>
                <a:gd name="connsiteX0" fmla="*/ 202578 w 312579"/>
                <a:gd name="connsiteY0" fmla="*/ 0 h 492359"/>
                <a:gd name="connsiteX1" fmla="*/ 0 w 312579"/>
                <a:gd name="connsiteY1" fmla="*/ 434429 h 492359"/>
                <a:gd name="connsiteX2" fmla="*/ 110001 w 312579"/>
                <a:gd name="connsiteY2" fmla="*/ 492359 h 492359"/>
                <a:gd name="connsiteX3" fmla="*/ 312579 w 312579"/>
                <a:gd name="connsiteY3" fmla="*/ 57930 h 492359"/>
                <a:gd name="connsiteX4" fmla="*/ 202578 w 312579"/>
                <a:gd name="connsiteY4" fmla="*/ 0 h 4923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12579" h="492359">
                  <a:moveTo>
                    <a:pt x="202578" y="0"/>
                  </a:moveTo>
                  <a:lnTo>
                    <a:pt x="0" y="434429"/>
                  </a:lnTo>
                  <a:lnTo>
                    <a:pt x="110001" y="492359"/>
                  </a:lnTo>
                  <a:lnTo>
                    <a:pt x="312579" y="57930"/>
                  </a:lnTo>
                  <a:lnTo>
                    <a:pt x="202578" y="0"/>
                  </a:lnTo>
                  <a:close/>
                </a:path>
              </a:pathLst>
            </a:custGeom>
            <a:gradFill>
              <a:gsLst>
                <a:gs pos="8000">
                  <a:srgbClr val="A5A5A5"/>
                </a:gs>
                <a:gs pos="50000">
                  <a:srgbClr val="A5A5A5">
                    <a:lumMod val="65000"/>
                    <a:lumOff val="35000"/>
                  </a:srgbClr>
                </a:gs>
                <a:gs pos="100000">
                  <a:srgbClr val="A5A5A5">
                    <a:lumMod val="75000"/>
                    <a:lumOff val="25000"/>
                  </a:srgbClr>
                </a:gs>
              </a:gsLst>
              <a:lin ang="12000000" scaled="0"/>
            </a:gradFill>
            <a:ln w="12700" cap="flat" cmpd="sng" algn="ctr">
              <a:noFill/>
              <a:prstDash val="solid"/>
              <a:miter lim="800000"/>
            </a:ln>
            <a:effectLst/>
            <a:scene3d>
              <a:camera prst="orthographicFront"/>
              <a:lightRig rig="harsh" dir="t"/>
            </a:scene3d>
            <a:sp3d extrusionH="12700" prstMaterial="metal">
              <a:bevelT w="38100" h="25400"/>
            </a:sp3d>
          </p:spPr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4" name="Freeform 108">
              <a:extLst>
                <a:ext uri="{FF2B5EF4-FFF2-40B4-BE49-F238E27FC236}">
                  <a16:creationId xmlns:a16="http://schemas.microsoft.com/office/drawing/2014/main" id="{63F285AE-67F3-2A84-34FF-2A8C41A6973A}"/>
                </a:ext>
              </a:extLst>
            </p:cNvPr>
            <p:cNvSpPr/>
            <p:nvPr/>
          </p:nvSpPr>
          <p:spPr>
            <a:xfrm rot="6900000" flipV="1">
              <a:off x="6070060" y="4984770"/>
              <a:ext cx="118742" cy="193254"/>
            </a:xfrm>
            <a:custGeom>
              <a:avLst/>
              <a:gdLst>
                <a:gd name="connsiteX0" fmla="*/ 208135 w 318136"/>
                <a:gd name="connsiteY0" fmla="*/ 0 h 517768"/>
                <a:gd name="connsiteX1" fmla="*/ 0 w 318136"/>
                <a:gd name="connsiteY1" fmla="*/ 446346 h 517768"/>
                <a:gd name="connsiteX2" fmla="*/ 103709 w 318136"/>
                <a:gd name="connsiteY2" fmla="*/ 517768 h 517768"/>
                <a:gd name="connsiteX3" fmla="*/ 318136 w 318136"/>
                <a:gd name="connsiteY3" fmla="*/ 57929 h 517768"/>
                <a:gd name="connsiteX4" fmla="*/ 208135 w 318136"/>
                <a:gd name="connsiteY4" fmla="*/ 0 h 5177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18136" h="517768">
                  <a:moveTo>
                    <a:pt x="208135" y="0"/>
                  </a:moveTo>
                  <a:lnTo>
                    <a:pt x="0" y="446346"/>
                  </a:lnTo>
                  <a:lnTo>
                    <a:pt x="103709" y="517768"/>
                  </a:lnTo>
                  <a:lnTo>
                    <a:pt x="318136" y="57929"/>
                  </a:lnTo>
                  <a:lnTo>
                    <a:pt x="208135" y="0"/>
                  </a:lnTo>
                  <a:close/>
                </a:path>
              </a:pathLst>
            </a:custGeom>
            <a:gradFill>
              <a:gsLst>
                <a:gs pos="8000">
                  <a:srgbClr val="A5A5A5"/>
                </a:gs>
                <a:gs pos="50000">
                  <a:srgbClr val="A5A5A5">
                    <a:lumMod val="65000"/>
                    <a:lumOff val="35000"/>
                  </a:srgbClr>
                </a:gs>
                <a:gs pos="100000">
                  <a:srgbClr val="A5A5A5">
                    <a:lumMod val="75000"/>
                    <a:lumOff val="25000"/>
                  </a:srgbClr>
                </a:gs>
              </a:gsLst>
              <a:lin ang="12000000" scaled="0"/>
            </a:gradFill>
            <a:ln w="12700" cap="flat" cmpd="sng" algn="ctr">
              <a:noFill/>
              <a:prstDash val="solid"/>
              <a:miter lim="800000"/>
            </a:ln>
            <a:effectLst/>
            <a:scene3d>
              <a:camera prst="orthographicFront"/>
              <a:lightRig rig="harsh" dir="t"/>
            </a:scene3d>
            <a:sp3d extrusionH="12700" prstMaterial="metal">
              <a:bevelT w="38100" h="25400"/>
            </a:sp3d>
          </p:spPr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5" name="Freeform 109">
              <a:extLst>
                <a:ext uri="{FF2B5EF4-FFF2-40B4-BE49-F238E27FC236}">
                  <a16:creationId xmlns:a16="http://schemas.microsoft.com/office/drawing/2014/main" id="{0434F67F-3569-C349-586E-F5726A1505A9}"/>
                </a:ext>
              </a:extLst>
            </p:cNvPr>
            <p:cNvSpPr/>
            <p:nvPr/>
          </p:nvSpPr>
          <p:spPr>
            <a:xfrm rot="6900000" flipV="1">
              <a:off x="5369611" y="5048421"/>
              <a:ext cx="136989" cy="190647"/>
            </a:xfrm>
            <a:custGeom>
              <a:avLst/>
              <a:gdLst>
                <a:gd name="connsiteX0" fmla="*/ 224007 w 367024"/>
                <a:gd name="connsiteY0" fmla="*/ 0 h 510784"/>
                <a:gd name="connsiteX1" fmla="*/ 0 w 367024"/>
                <a:gd name="connsiteY1" fmla="*/ 480385 h 510784"/>
                <a:gd name="connsiteX2" fmla="*/ 143017 w 367024"/>
                <a:gd name="connsiteY2" fmla="*/ 510784 h 510784"/>
                <a:gd name="connsiteX3" fmla="*/ 367024 w 367024"/>
                <a:gd name="connsiteY3" fmla="*/ 30399 h 510784"/>
                <a:gd name="connsiteX4" fmla="*/ 224007 w 367024"/>
                <a:gd name="connsiteY4" fmla="*/ 0 h 5107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7024" h="510784">
                  <a:moveTo>
                    <a:pt x="224007" y="0"/>
                  </a:moveTo>
                  <a:lnTo>
                    <a:pt x="0" y="480385"/>
                  </a:lnTo>
                  <a:lnTo>
                    <a:pt x="143017" y="510784"/>
                  </a:lnTo>
                  <a:lnTo>
                    <a:pt x="367024" y="30399"/>
                  </a:lnTo>
                  <a:lnTo>
                    <a:pt x="224007" y="0"/>
                  </a:lnTo>
                  <a:close/>
                </a:path>
              </a:pathLst>
            </a:custGeom>
            <a:gradFill>
              <a:gsLst>
                <a:gs pos="8000">
                  <a:srgbClr val="A5A5A5"/>
                </a:gs>
                <a:gs pos="50000">
                  <a:srgbClr val="A5A5A5">
                    <a:lumMod val="65000"/>
                    <a:lumOff val="35000"/>
                  </a:srgbClr>
                </a:gs>
                <a:gs pos="100000">
                  <a:srgbClr val="A5A5A5">
                    <a:lumMod val="75000"/>
                    <a:lumOff val="25000"/>
                  </a:srgbClr>
                </a:gs>
              </a:gsLst>
              <a:lin ang="12000000" scaled="0"/>
            </a:gradFill>
            <a:ln w="12700" cap="flat" cmpd="sng" algn="ctr">
              <a:noFill/>
              <a:prstDash val="solid"/>
              <a:miter lim="800000"/>
            </a:ln>
            <a:effectLst/>
            <a:scene3d>
              <a:camera prst="orthographicFront"/>
              <a:lightRig rig="harsh" dir="t"/>
            </a:scene3d>
            <a:sp3d extrusionH="12700" prstMaterial="metal">
              <a:bevelT w="38100" h="25400"/>
            </a:sp3d>
          </p:spPr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6" name="Freeform 110">
              <a:extLst>
                <a:ext uri="{FF2B5EF4-FFF2-40B4-BE49-F238E27FC236}">
                  <a16:creationId xmlns:a16="http://schemas.microsoft.com/office/drawing/2014/main" id="{CB2AEBA4-38BA-7640-284F-EA55BC7874D3}"/>
                </a:ext>
              </a:extLst>
            </p:cNvPr>
            <p:cNvSpPr/>
            <p:nvPr/>
          </p:nvSpPr>
          <p:spPr>
            <a:xfrm rot="6900000" flipV="1">
              <a:off x="5583168" y="5051426"/>
              <a:ext cx="130564" cy="190328"/>
            </a:xfrm>
            <a:custGeom>
              <a:avLst/>
              <a:gdLst>
                <a:gd name="connsiteX0" fmla="*/ 206792 w 349810"/>
                <a:gd name="connsiteY0" fmla="*/ 0 h 509929"/>
                <a:gd name="connsiteX1" fmla="*/ 0 w 349810"/>
                <a:gd name="connsiteY1" fmla="*/ 443468 h 509929"/>
                <a:gd name="connsiteX2" fmla="*/ 126201 w 349810"/>
                <a:gd name="connsiteY2" fmla="*/ 509929 h 509929"/>
                <a:gd name="connsiteX3" fmla="*/ 349810 w 349810"/>
                <a:gd name="connsiteY3" fmla="*/ 30399 h 509929"/>
                <a:gd name="connsiteX4" fmla="*/ 206792 w 349810"/>
                <a:gd name="connsiteY4" fmla="*/ 0 h 5099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49810" h="509929">
                  <a:moveTo>
                    <a:pt x="206792" y="0"/>
                  </a:moveTo>
                  <a:lnTo>
                    <a:pt x="0" y="443468"/>
                  </a:lnTo>
                  <a:lnTo>
                    <a:pt x="126201" y="509929"/>
                  </a:lnTo>
                  <a:lnTo>
                    <a:pt x="349810" y="30399"/>
                  </a:lnTo>
                  <a:lnTo>
                    <a:pt x="206792" y="0"/>
                  </a:lnTo>
                  <a:close/>
                </a:path>
              </a:pathLst>
            </a:custGeom>
            <a:gradFill>
              <a:gsLst>
                <a:gs pos="8000">
                  <a:srgbClr val="A5A5A5"/>
                </a:gs>
                <a:gs pos="50000">
                  <a:srgbClr val="A5A5A5">
                    <a:lumMod val="65000"/>
                    <a:lumOff val="35000"/>
                  </a:srgbClr>
                </a:gs>
                <a:gs pos="100000">
                  <a:srgbClr val="A5A5A5">
                    <a:lumMod val="75000"/>
                    <a:lumOff val="25000"/>
                  </a:srgbClr>
                </a:gs>
              </a:gsLst>
              <a:lin ang="12000000" scaled="0"/>
            </a:gradFill>
            <a:ln w="12700" cap="flat" cmpd="sng" algn="ctr">
              <a:noFill/>
              <a:prstDash val="solid"/>
              <a:miter lim="800000"/>
            </a:ln>
            <a:effectLst/>
            <a:scene3d>
              <a:camera prst="orthographicFront"/>
              <a:lightRig rig="harsh" dir="t"/>
            </a:scene3d>
            <a:sp3d extrusionH="12700" prstMaterial="metal">
              <a:bevelT w="38100" h="25400"/>
            </a:sp3d>
          </p:spPr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7" name="Freeform 111">
              <a:extLst>
                <a:ext uri="{FF2B5EF4-FFF2-40B4-BE49-F238E27FC236}">
                  <a16:creationId xmlns:a16="http://schemas.microsoft.com/office/drawing/2014/main" id="{3286CC4D-A835-C926-77D8-4A137E2D2027}"/>
                </a:ext>
              </a:extLst>
            </p:cNvPr>
            <p:cNvSpPr/>
            <p:nvPr/>
          </p:nvSpPr>
          <p:spPr>
            <a:xfrm rot="6900000" flipV="1">
              <a:off x="5828345" y="5050267"/>
              <a:ext cx="122714" cy="186955"/>
            </a:xfrm>
            <a:custGeom>
              <a:avLst/>
              <a:gdLst>
                <a:gd name="connsiteX0" fmla="*/ 202577 w 328778"/>
                <a:gd name="connsiteY0" fmla="*/ 0 h 500890"/>
                <a:gd name="connsiteX1" fmla="*/ 0 w 328778"/>
                <a:gd name="connsiteY1" fmla="*/ 434428 h 500890"/>
                <a:gd name="connsiteX2" fmla="*/ 126201 w 328778"/>
                <a:gd name="connsiteY2" fmla="*/ 500890 h 500890"/>
                <a:gd name="connsiteX3" fmla="*/ 328778 w 328778"/>
                <a:gd name="connsiteY3" fmla="*/ 66462 h 500890"/>
                <a:gd name="connsiteX4" fmla="*/ 202577 w 328778"/>
                <a:gd name="connsiteY4" fmla="*/ 0 h 5008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28778" h="500890">
                  <a:moveTo>
                    <a:pt x="202577" y="0"/>
                  </a:moveTo>
                  <a:lnTo>
                    <a:pt x="0" y="434428"/>
                  </a:lnTo>
                  <a:lnTo>
                    <a:pt x="126201" y="500890"/>
                  </a:lnTo>
                  <a:lnTo>
                    <a:pt x="328778" y="66462"/>
                  </a:lnTo>
                  <a:lnTo>
                    <a:pt x="202577" y="0"/>
                  </a:lnTo>
                  <a:close/>
                </a:path>
              </a:pathLst>
            </a:custGeom>
            <a:gradFill>
              <a:gsLst>
                <a:gs pos="8000">
                  <a:srgbClr val="A5A5A5"/>
                </a:gs>
                <a:gs pos="50000">
                  <a:srgbClr val="A5A5A5">
                    <a:lumMod val="65000"/>
                    <a:lumOff val="35000"/>
                  </a:srgbClr>
                </a:gs>
                <a:gs pos="100000">
                  <a:srgbClr val="A5A5A5">
                    <a:lumMod val="75000"/>
                    <a:lumOff val="25000"/>
                  </a:srgbClr>
                </a:gs>
              </a:gsLst>
              <a:lin ang="12000000" scaled="0"/>
            </a:gradFill>
            <a:ln w="12700" cap="flat" cmpd="sng" algn="ctr">
              <a:noFill/>
              <a:prstDash val="solid"/>
              <a:miter lim="800000"/>
            </a:ln>
            <a:effectLst/>
            <a:scene3d>
              <a:camera prst="orthographicFront"/>
              <a:lightRig rig="harsh" dir="t"/>
            </a:scene3d>
            <a:sp3d extrusionH="12700" prstMaterial="metal">
              <a:bevelT w="38100" h="25400"/>
            </a:sp3d>
          </p:spPr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8" name="Freeform 112">
              <a:extLst>
                <a:ext uri="{FF2B5EF4-FFF2-40B4-BE49-F238E27FC236}">
                  <a16:creationId xmlns:a16="http://schemas.microsoft.com/office/drawing/2014/main" id="{8AD688C9-82F1-02BB-52E0-A5FDC82DE095}"/>
                </a:ext>
              </a:extLst>
            </p:cNvPr>
            <p:cNvSpPr/>
            <p:nvPr/>
          </p:nvSpPr>
          <p:spPr>
            <a:xfrm rot="6900000" flipV="1">
              <a:off x="6072521" y="5043116"/>
              <a:ext cx="127829" cy="203699"/>
            </a:xfrm>
            <a:custGeom>
              <a:avLst/>
              <a:gdLst>
                <a:gd name="connsiteX0" fmla="*/ 216279 w 342481"/>
                <a:gd name="connsiteY0" fmla="*/ 0 h 545753"/>
                <a:gd name="connsiteX1" fmla="*/ 0 w 342481"/>
                <a:gd name="connsiteY1" fmla="*/ 463812 h 545753"/>
                <a:gd name="connsiteX2" fmla="*/ 118983 w 342481"/>
                <a:gd name="connsiteY2" fmla="*/ 545753 h 545753"/>
                <a:gd name="connsiteX3" fmla="*/ 342481 w 342481"/>
                <a:gd name="connsiteY3" fmla="*/ 66461 h 545753"/>
                <a:gd name="connsiteX4" fmla="*/ 216279 w 342481"/>
                <a:gd name="connsiteY4" fmla="*/ 0 h 5457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42481" h="545753">
                  <a:moveTo>
                    <a:pt x="216279" y="0"/>
                  </a:moveTo>
                  <a:lnTo>
                    <a:pt x="0" y="463812"/>
                  </a:lnTo>
                  <a:lnTo>
                    <a:pt x="118983" y="545753"/>
                  </a:lnTo>
                  <a:lnTo>
                    <a:pt x="342481" y="66461"/>
                  </a:lnTo>
                  <a:lnTo>
                    <a:pt x="216279" y="0"/>
                  </a:lnTo>
                  <a:close/>
                </a:path>
              </a:pathLst>
            </a:custGeom>
            <a:gradFill>
              <a:gsLst>
                <a:gs pos="8000">
                  <a:srgbClr val="A5A5A5"/>
                </a:gs>
                <a:gs pos="50000">
                  <a:srgbClr val="A5A5A5">
                    <a:lumMod val="65000"/>
                    <a:lumOff val="35000"/>
                  </a:srgbClr>
                </a:gs>
                <a:gs pos="100000">
                  <a:srgbClr val="A5A5A5">
                    <a:lumMod val="75000"/>
                    <a:lumOff val="25000"/>
                  </a:srgbClr>
                </a:gs>
              </a:gsLst>
              <a:lin ang="12000000" scaled="0"/>
            </a:gradFill>
            <a:ln w="12700" cap="flat" cmpd="sng" algn="ctr">
              <a:noFill/>
              <a:prstDash val="solid"/>
              <a:miter lim="800000"/>
            </a:ln>
            <a:effectLst/>
            <a:scene3d>
              <a:camera prst="orthographicFront"/>
              <a:lightRig rig="harsh" dir="t"/>
            </a:scene3d>
            <a:sp3d extrusionH="12700" prstMaterial="metal">
              <a:bevelT w="38100" h="25400"/>
            </a:sp3d>
          </p:spPr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9" name="Freeform 113">
              <a:extLst>
                <a:ext uri="{FF2B5EF4-FFF2-40B4-BE49-F238E27FC236}">
                  <a16:creationId xmlns:a16="http://schemas.microsoft.com/office/drawing/2014/main" id="{BCFC978F-F6C5-ACD7-4A4A-FC25716BF363}"/>
                </a:ext>
              </a:extLst>
            </p:cNvPr>
            <p:cNvSpPr/>
            <p:nvPr/>
          </p:nvSpPr>
          <p:spPr>
            <a:xfrm rot="6900000" flipV="1">
              <a:off x="6512433" y="5045911"/>
              <a:ext cx="118331" cy="200469"/>
            </a:xfrm>
            <a:custGeom>
              <a:avLst/>
              <a:gdLst>
                <a:gd name="connsiteX0" fmla="*/ 198051 w 317034"/>
                <a:gd name="connsiteY0" fmla="*/ 0 h 537097"/>
                <a:gd name="connsiteX1" fmla="*/ 0 w 317034"/>
                <a:gd name="connsiteY1" fmla="*/ 424722 h 537097"/>
                <a:gd name="connsiteX2" fmla="*/ 104791 w 317034"/>
                <a:gd name="connsiteY2" fmla="*/ 537097 h 537097"/>
                <a:gd name="connsiteX3" fmla="*/ 317034 w 317034"/>
                <a:gd name="connsiteY3" fmla="*/ 81941 h 537097"/>
                <a:gd name="connsiteX4" fmla="*/ 198051 w 317034"/>
                <a:gd name="connsiteY4" fmla="*/ 0 h 537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17034" h="537097">
                  <a:moveTo>
                    <a:pt x="198051" y="0"/>
                  </a:moveTo>
                  <a:lnTo>
                    <a:pt x="0" y="424722"/>
                  </a:lnTo>
                  <a:lnTo>
                    <a:pt x="104791" y="537097"/>
                  </a:lnTo>
                  <a:lnTo>
                    <a:pt x="317034" y="81941"/>
                  </a:lnTo>
                  <a:lnTo>
                    <a:pt x="198051" y="0"/>
                  </a:lnTo>
                  <a:close/>
                </a:path>
              </a:pathLst>
            </a:custGeom>
            <a:gradFill>
              <a:gsLst>
                <a:gs pos="8000">
                  <a:srgbClr val="A5A5A5"/>
                </a:gs>
                <a:gs pos="50000">
                  <a:srgbClr val="A5A5A5">
                    <a:lumMod val="65000"/>
                    <a:lumOff val="35000"/>
                  </a:srgbClr>
                </a:gs>
                <a:gs pos="100000">
                  <a:srgbClr val="A5A5A5">
                    <a:lumMod val="75000"/>
                    <a:lumOff val="25000"/>
                  </a:srgbClr>
                </a:gs>
              </a:gsLst>
              <a:lin ang="12000000" scaled="0"/>
            </a:gradFill>
            <a:ln w="12700" cap="flat" cmpd="sng" algn="ctr">
              <a:noFill/>
              <a:prstDash val="solid"/>
              <a:miter lim="800000"/>
            </a:ln>
            <a:effectLst/>
            <a:scene3d>
              <a:camera prst="orthographicFront"/>
              <a:lightRig rig="harsh" dir="t"/>
            </a:scene3d>
            <a:sp3d extrusionH="12700" prstMaterial="metal">
              <a:bevelT w="38100" h="25400"/>
            </a:sp3d>
          </p:spPr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0" name="Freeform 114">
              <a:extLst>
                <a:ext uri="{FF2B5EF4-FFF2-40B4-BE49-F238E27FC236}">
                  <a16:creationId xmlns:a16="http://schemas.microsoft.com/office/drawing/2014/main" id="{7910A83C-B9AE-87A6-E8E4-EA011A772807}"/>
                </a:ext>
              </a:extLst>
            </p:cNvPr>
            <p:cNvSpPr/>
            <p:nvPr/>
          </p:nvSpPr>
          <p:spPr>
            <a:xfrm rot="6900000" flipV="1">
              <a:off x="7406437" y="5029858"/>
              <a:ext cx="115061" cy="229424"/>
            </a:xfrm>
            <a:custGeom>
              <a:avLst/>
              <a:gdLst>
                <a:gd name="connsiteX0" fmla="*/ 216414 w 308274"/>
                <a:gd name="connsiteY0" fmla="*/ 0 h 614676"/>
                <a:gd name="connsiteX1" fmla="*/ 0 w 308274"/>
                <a:gd name="connsiteY1" fmla="*/ 464100 h 614676"/>
                <a:gd name="connsiteX2" fmla="*/ 86978 w 308274"/>
                <a:gd name="connsiteY2" fmla="*/ 614676 h 614676"/>
                <a:gd name="connsiteX3" fmla="*/ 308274 w 308274"/>
                <a:gd name="connsiteY3" fmla="*/ 140107 h 614676"/>
                <a:gd name="connsiteX4" fmla="*/ 216414 w 308274"/>
                <a:gd name="connsiteY4" fmla="*/ 0 h 6146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8274" h="614676">
                  <a:moveTo>
                    <a:pt x="216414" y="0"/>
                  </a:moveTo>
                  <a:lnTo>
                    <a:pt x="0" y="464100"/>
                  </a:lnTo>
                  <a:lnTo>
                    <a:pt x="86978" y="614676"/>
                  </a:lnTo>
                  <a:lnTo>
                    <a:pt x="308274" y="140107"/>
                  </a:lnTo>
                  <a:lnTo>
                    <a:pt x="216414" y="0"/>
                  </a:lnTo>
                  <a:close/>
                </a:path>
              </a:pathLst>
            </a:custGeom>
            <a:gradFill>
              <a:gsLst>
                <a:gs pos="8000">
                  <a:srgbClr val="A5A5A5"/>
                </a:gs>
                <a:gs pos="50000">
                  <a:srgbClr val="A5A5A5">
                    <a:lumMod val="65000"/>
                    <a:lumOff val="35000"/>
                  </a:srgbClr>
                </a:gs>
                <a:gs pos="100000">
                  <a:srgbClr val="A5A5A5">
                    <a:lumMod val="75000"/>
                    <a:lumOff val="25000"/>
                  </a:srgbClr>
                </a:gs>
              </a:gsLst>
              <a:lin ang="12000000" scaled="0"/>
            </a:gradFill>
            <a:ln w="12700" cap="flat" cmpd="sng" algn="ctr">
              <a:noFill/>
              <a:prstDash val="solid"/>
              <a:miter lim="800000"/>
            </a:ln>
            <a:effectLst/>
            <a:scene3d>
              <a:camera prst="orthographicFront"/>
              <a:lightRig rig="harsh" dir="t"/>
            </a:scene3d>
            <a:sp3d extrusionH="12700" prstMaterial="metal">
              <a:bevelT w="38100" h="25400"/>
            </a:sp3d>
          </p:spPr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1" name="Freeform 115">
              <a:extLst>
                <a:ext uri="{FF2B5EF4-FFF2-40B4-BE49-F238E27FC236}">
                  <a16:creationId xmlns:a16="http://schemas.microsoft.com/office/drawing/2014/main" id="{7F9B35C7-9713-8F54-A654-100DA900D912}"/>
                </a:ext>
              </a:extLst>
            </p:cNvPr>
            <p:cNvSpPr/>
            <p:nvPr/>
          </p:nvSpPr>
          <p:spPr>
            <a:xfrm rot="6900000" flipV="1">
              <a:off x="5346149" y="5120365"/>
              <a:ext cx="150052" cy="193423"/>
            </a:xfrm>
            <a:custGeom>
              <a:avLst/>
              <a:gdLst>
                <a:gd name="connsiteX0" fmla="*/ 224007 w 402023"/>
                <a:gd name="connsiteY0" fmla="*/ 0 h 518223"/>
                <a:gd name="connsiteX1" fmla="*/ 0 w 402023"/>
                <a:gd name="connsiteY1" fmla="*/ 480385 h 518223"/>
                <a:gd name="connsiteX2" fmla="*/ 178016 w 402023"/>
                <a:gd name="connsiteY2" fmla="*/ 518223 h 518223"/>
                <a:gd name="connsiteX3" fmla="*/ 402023 w 402023"/>
                <a:gd name="connsiteY3" fmla="*/ 37838 h 518223"/>
                <a:gd name="connsiteX4" fmla="*/ 224007 w 402023"/>
                <a:gd name="connsiteY4" fmla="*/ 0 h 51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02023" h="518223">
                  <a:moveTo>
                    <a:pt x="224007" y="0"/>
                  </a:moveTo>
                  <a:lnTo>
                    <a:pt x="0" y="480385"/>
                  </a:lnTo>
                  <a:lnTo>
                    <a:pt x="178016" y="518223"/>
                  </a:lnTo>
                  <a:lnTo>
                    <a:pt x="402023" y="37838"/>
                  </a:lnTo>
                  <a:lnTo>
                    <a:pt x="224007" y="0"/>
                  </a:lnTo>
                  <a:close/>
                </a:path>
              </a:pathLst>
            </a:custGeom>
            <a:gradFill>
              <a:gsLst>
                <a:gs pos="8000">
                  <a:srgbClr val="A5A5A5"/>
                </a:gs>
                <a:gs pos="50000">
                  <a:srgbClr val="A5A5A5">
                    <a:lumMod val="65000"/>
                    <a:lumOff val="35000"/>
                  </a:srgbClr>
                </a:gs>
                <a:gs pos="100000">
                  <a:srgbClr val="A5A5A5">
                    <a:lumMod val="75000"/>
                    <a:lumOff val="25000"/>
                  </a:srgbClr>
                </a:gs>
              </a:gsLst>
              <a:lin ang="12000000" scaled="0"/>
            </a:gradFill>
            <a:ln w="12700" cap="flat" cmpd="sng" algn="ctr">
              <a:noFill/>
              <a:prstDash val="solid"/>
              <a:miter lim="800000"/>
            </a:ln>
            <a:effectLst/>
            <a:scene3d>
              <a:camera prst="orthographicFront"/>
              <a:lightRig rig="harsh" dir="t"/>
            </a:scene3d>
            <a:sp3d extrusionH="12700" prstMaterial="metal">
              <a:bevelT w="38100" h="25400"/>
            </a:sp3d>
          </p:spPr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2" name="Freeform 116">
              <a:extLst>
                <a:ext uri="{FF2B5EF4-FFF2-40B4-BE49-F238E27FC236}">
                  <a16:creationId xmlns:a16="http://schemas.microsoft.com/office/drawing/2014/main" id="{B513C9EF-F84A-9EF0-EE3C-20695B1C9C18}"/>
                </a:ext>
              </a:extLst>
            </p:cNvPr>
            <p:cNvSpPr/>
            <p:nvPr/>
          </p:nvSpPr>
          <p:spPr>
            <a:xfrm rot="6900000" flipV="1">
              <a:off x="5826133" y="5120565"/>
              <a:ext cx="134241" cy="193025"/>
            </a:xfrm>
            <a:custGeom>
              <a:avLst/>
              <a:gdLst>
                <a:gd name="connsiteX0" fmla="*/ 202577 w 359662"/>
                <a:gd name="connsiteY0" fmla="*/ 0 h 517154"/>
                <a:gd name="connsiteX1" fmla="*/ 0 w 359662"/>
                <a:gd name="connsiteY1" fmla="*/ 434428 h 517154"/>
                <a:gd name="connsiteX2" fmla="*/ 157085 w 359662"/>
                <a:gd name="connsiteY2" fmla="*/ 517154 h 517154"/>
                <a:gd name="connsiteX3" fmla="*/ 359662 w 359662"/>
                <a:gd name="connsiteY3" fmla="*/ 82725 h 517154"/>
                <a:gd name="connsiteX4" fmla="*/ 202577 w 359662"/>
                <a:gd name="connsiteY4" fmla="*/ 0 h 5171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59662" h="517154">
                  <a:moveTo>
                    <a:pt x="202577" y="0"/>
                  </a:moveTo>
                  <a:lnTo>
                    <a:pt x="0" y="434428"/>
                  </a:lnTo>
                  <a:lnTo>
                    <a:pt x="157085" y="517154"/>
                  </a:lnTo>
                  <a:lnTo>
                    <a:pt x="359662" y="82725"/>
                  </a:lnTo>
                  <a:lnTo>
                    <a:pt x="202577" y="0"/>
                  </a:lnTo>
                  <a:close/>
                </a:path>
              </a:pathLst>
            </a:custGeom>
            <a:gradFill>
              <a:gsLst>
                <a:gs pos="8000">
                  <a:srgbClr val="A5A5A5"/>
                </a:gs>
                <a:gs pos="50000">
                  <a:srgbClr val="A5A5A5">
                    <a:lumMod val="65000"/>
                    <a:lumOff val="35000"/>
                  </a:srgbClr>
                </a:gs>
                <a:gs pos="100000">
                  <a:srgbClr val="A5A5A5">
                    <a:lumMod val="75000"/>
                    <a:lumOff val="25000"/>
                  </a:srgbClr>
                </a:gs>
              </a:gsLst>
              <a:lin ang="12000000" scaled="0"/>
            </a:gradFill>
            <a:ln w="12700" cap="flat" cmpd="sng" algn="ctr">
              <a:noFill/>
              <a:prstDash val="solid"/>
              <a:miter lim="800000"/>
            </a:ln>
            <a:effectLst/>
            <a:scene3d>
              <a:camera prst="orthographicFront"/>
              <a:lightRig rig="harsh" dir="t"/>
            </a:scene3d>
            <a:sp3d extrusionH="12700" prstMaterial="metal">
              <a:bevelT w="38100" h="25400"/>
            </a:sp3d>
          </p:spPr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3" name="Freeform 117">
              <a:extLst>
                <a:ext uri="{FF2B5EF4-FFF2-40B4-BE49-F238E27FC236}">
                  <a16:creationId xmlns:a16="http://schemas.microsoft.com/office/drawing/2014/main" id="{E883F80E-F9E4-F876-14B1-ADF01505D388}"/>
                </a:ext>
              </a:extLst>
            </p:cNvPr>
            <p:cNvSpPr/>
            <p:nvPr/>
          </p:nvSpPr>
          <p:spPr>
            <a:xfrm rot="6900000" flipV="1">
              <a:off x="6073262" y="5109375"/>
              <a:ext cx="142741" cy="218444"/>
            </a:xfrm>
            <a:custGeom>
              <a:avLst/>
              <a:gdLst>
                <a:gd name="connsiteX0" fmla="*/ 225350 w 382435"/>
                <a:gd name="connsiteY0" fmla="*/ 0 h 585259"/>
                <a:gd name="connsiteX1" fmla="*/ 0 w 382435"/>
                <a:gd name="connsiteY1" fmla="*/ 483266 h 585259"/>
                <a:gd name="connsiteX2" fmla="*/ 148100 w 382435"/>
                <a:gd name="connsiteY2" fmla="*/ 585259 h 585259"/>
                <a:gd name="connsiteX3" fmla="*/ 382435 w 382435"/>
                <a:gd name="connsiteY3" fmla="*/ 82726 h 585259"/>
                <a:gd name="connsiteX4" fmla="*/ 225350 w 382435"/>
                <a:gd name="connsiteY4" fmla="*/ 0 h 5852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2435" h="585259">
                  <a:moveTo>
                    <a:pt x="225350" y="0"/>
                  </a:moveTo>
                  <a:lnTo>
                    <a:pt x="0" y="483266"/>
                  </a:lnTo>
                  <a:lnTo>
                    <a:pt x="148100" y="585259"/>
                  </a:lnTo>
                  <a:lnTo>
                    <a:pt x="382435" y="82726"/>
                  </a:lnTo>
                  <a:lnTo>
                    <a:pt x="225350" y="0"/>
                  </a:lnTo>
                  <a:close/>
                </a:path>
              </a:pathLst>
            </a:custGeom>
            <a:gradFill>
              <a:gsLst>
                <a:gs pos="8000">
                  <a:srgbClr val="A5A5A5"/>
                </a:gs>
                <a:gs pos="50000">
                  <a:srgbClr val="A5A5A5">
                    <a:lumMod val="65000"/>
                    <a:lumOff val="35000"/>
                  </a:srgbClr>
                </a:gs>
                <a:gs pos="100000">
                  <a:srgbClr val="A5A5A5">
                    <a:lumMod val="75000"/>
                    <a:lumOff val="25000"/>
                  </a:srgbClr>
                </a:gs>
              </a:gsLst>
              <a:lin ang="12000000" scaled="0"/>
            </a:gradFill>
            <a:ln w="12700" cap="flat" cmpd="sng" algn="ctr">
              <a:noFill/>
              <a:prstDash val="solid"/>
              <a:miter lim="800000"/>
            </a:ln>
            <a:effectLst/>
            <a:scene3d>
              <a:camera prst="orthographicFront"/>
              <a:lightRig rig="harsh" dir="t"/>
            </a:scene3d>
            <a:sp3d extrusionH="12700" prstMaterial="metal">
              <a:bevelT w="38100" h="25400"/>
            </a:sp3d>
          </p:spPr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28" name="Freeform 118">
              <a:extLst>
                <a:ext uri="{FF2B5EF4-FFF2-40B4-BE49-F238E27FC236}">
                  <a16:creationId xmlns:a16="http://schemas.microsoft.com/office/drawing/2014/main" id="{6F510457-8773-ECD4-BE8E-7EF4CD6DAB1E}"/>
                </a:ext>
              </a:extLst>
            </p:cNvPr>
            <p:cNvSpPr/>
            <p:nvPr/>
          </p:nvSpPr>
          <p:spPr>
            <a:xfrm rot="6900000" flipV="1">
              <a:off x="6525149" y="5107561"/>
              <a:ext cx="135856" cy="225009"/>
            </a:xfrm>
            <a:custGeom>
              <a:avLst/>
              <a:gdLst>
                <a:gd name="connsiteX0" fmla="*/ 215887 w 363988"/>
                <a:gd name="connsiteY0" fmla="*/ 0 h 602846"/>
                <a:gd name="connsiteX1" fmla="*/ 0 w 363988"/>
                <a:gd name="connsiteY1" fmla="*/ 462970 h 602846"/>
                <a:gd name="connsiteX2" fmla="*/ 130436 w 363988"/>
                <a:gd name="connsiteY2" fmla="*/ 602846 h 602846"/>
                <a:gd name="connsiteX3" fmla="*/ 363988 w 363988"/>
                <a:gd name="connsiteY3" fmla="*/ 101993 h 602846"/>
                <a:gd name="connsiteX4" fmla="*/ 215887 w 363988"/>
                <a:gd name="connsiteY4" fmla="*/ 0 h 6028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3988" h="602846">
                  <a:moveTo>
                    <a:pt x="215887" y="0"/>
                  </a:moveTo>
                  <a:lnTo>
                    <a:pt x="0" y="462970"/>
                  </a:lnTo>
                  <a:lnTo>
                    <a:pt x="130436" y="602846"/>
                  </a:lnTo>
                  <a:lnTo>
                    <a:pt x="363988" y="101993"/>
                  </a:lnTo>
                  <a:lnTo>
                    <a:pt x="215887" y="0"/>
                  </a:lnTo>
                  <a:close/>
                </a:path>
              </a:pathLst>
            </a:custGeom>
            <a:gradFill>
              <a:gsLst>
                <a:gs pos="8000">
                  <a:srgbClr val="A5A5A5"/>
                </a:gs>
                <a:gs pos="50000">
                  <a:srgbClr val="A5A5A5">
                    <a:lumMod val="65000"/>
                    <a:lumOff val="35000"/>
                  </a:srgbClr>
                </a:gs>
                <a:gs pos="100000">
                  <a:srgbClr val="A5A5A5">
                    <a:lumMod val="75000"/>
                    <a:lumOff val="25000"/>
                  </a:srgbClr>
                </a:gs>
              </a:gsLst>
              <a:lin ang="12000000" scaled="0"/>
            </a:gradFill>
            <a:ln w="12700" cap="flat" cmpd="sng" algn="ctr">
              <a:noFill/>
              <a:prstDash val="solid"/>
              <a:miter lim="800000"/>
            </a:ln>
            <a:effectLst/>
            <a:scene3d>
              <a:camera prst="orthographicFront"/>
              <a:lightRig rig="harsh" dir="t"/>
            </a:scene3d>
            <a:sp3d extrusionH="12700" prstMaterial="metal">
              <a:bevelT w="38100" h="25400"/>
            </a:sp3d>
          </p:spPr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29" name="Freeform 119">
              <a:extLst>
                <a:ext uri="{FF2B5EF4-FFF2-40B4-BE49-F238E27FC236}">
                  <a16:creationId xmlns:a16="http://schemas.microsoft.com/office/drawing/2014/main" id="{7861FB23-741B-F8BF-DD15-B28956E2B348}"/>
                </a:ext>
              </a:extLst>
            </p:cNvPr>
            <p:cNvSpPr/>
            <p:nvPr/>
          </p:nvSpPr>
          <p:spPr>
            <a:xfrm rot="6900000" flipV="1">
              <a:off x="6981702" y="5094621"/>
              <a:ext cx="133638" cy="247143"/>
            </a:xfrm>
            <a:custGeom>
              <a:avLst/>
              <a:gdLst>
                <a:gd name="connsiteX0" fmla="*/ 232277 w 358045"/>
                <a:gd name="connsiteY0" fmla="*/ 0 h 662149"/>
                <a:gd name="connsiteX1" fmla="*/ 0 w 358045"/>
                <a:gd name="connsiteY1" fmla="*/ 498121 h 662149"/>
                <a:gd name="connsiteX2" fmla="*/ 119173 w 358045"/>
                <a:gd name="connsiteY2" fmla="*/ 662149 h 662149"/>
                <a:gd name="connsiteX3" fmla="*/ 358045 w 358045"/>
                <a:gd name="connsiteY3" fmla="*/ 149885 h 662149"/>
                <a:gd name="connsiteX4" fmla="*/ 232277 w 358045"/>
                <a:gd name="connsiteY4" fmla="*/ 0 h 6621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58045" h="662149">
                  <a:moveTo>
                    <a:pt x="232277" y="0"/>
                  </a:moveTo>
                  <a:lnTo>
                    <a:pt x="0" y="498121"/>
                  </a:lnTo>
                  <a:lnTo>
                    <a:pt x="119173" y="662149"/>
                  </a:lnTo>
                  <a:lnTo>
                    <a:pt x="358045" y="149885"/>
                  </a:lnTo>
                  <a:lnTo>
                    <a:pt x="232277" y="0"/>
                  </a:lnTo>
                  <a:close/>
                </a:path>
              </a:pathLst>
            </a:custGeom>
            <a:gradFill>
              <a:gsLst>
                <a:gs pos="8000">
                  <a:srgbClr val="A5A5A5"/>
                </a:gs>
                <a:gs pos="50000">
                  <a:srgbClr val="A5A5A5">
                    <a:lumMod val="65000"/>
                    <a:lumOff val="35000"/>
                  </a:srgbClr>
                </a:gs>
                <a:gs pos="100000">
                  <a:srgbClr val="A5A5A5">
                    <a:lumMod val="75000"/>
                    <a:lumOff val="25000"/>
                  </a:srgbClr>
                </a:gs>
              </a:gsLst>
              <a:lin ang="12000000" scaled="0"/>
            </a:gradFill>
            <a:ln w="12700" cap="flat" cmpd="sng" algn="ctr">
              <a:noFill/>
              <a:prstDash val="solid"/>
              <a:miter lim="800000"/>
            </a:ln>
            <a:effectLst/>
            <a:scene3d>
              <a:camera prst="orthographicFront"/>
              <a:lightRig rig="harsh" dir="t"/>
            </a:scene3d>
            <a:sp3d extrusionH="12700" prstMaterial="metal">
              <a:bevelT w="38100" h="25400"/>
            </a:sp3d>
          </p:spPr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0" name="Freeform 120">
              <a:extLst>
                <a:ext uri="{FF2B5EF4-FFF2-40B4-BE49-F238E27FC236}">
                  <a16:creationId xmlns:a16="http://schemas.microsoft.com/office/drawing/2014/main" id="{AADF526F-C0BA-D463-9C9C-56E3E87F8B36}"/>
                </a:ext>
              </a:extLst>
            </p:cNvPr>
            <p:cNvSpPr/>
            <p:nvPr/>
          </p:nvSpPr>
          <p:spPr>
            <a:xfrm rot="6900000" flipV="1">
              <a:off x="7212197" y="5082592"/>
              <a:ext cx="140313" cy="270608"/>
            </a:xfrm>
            <a:custGeom>
              <a:avLst/>
              <a:gdLst>
                <a:gd name="connsiteX0" fmla="*/ 256757 w 375930"/>
                <a:gd name="connsiteY0" fmla="*/ 0 h 725014"/>
                <a:gd name="connsiteX1" fmla="*/ 0 w 375930"/>
                <a:gd name="connsiteY1" fmla="*/ 550618 h 725014"/>
                <a:gd name="connsiteX2" fmla="*/ 114339 w 375930"/>
                <a:gd name="connsiteY2" fmla="*/ 725014 h 725014"/>
                <a:gd name="connsiteX3" fmla="*/ 375930 w 375930"/>
                <a:gd name="connsiteY3" fmla="*/ 164028 h 725014"/>
                <a:gd name="connsiteX4" fmla="*/ 256757 w 375930"/>
                <a:gd name="connsiteY4" fmla="*/ 0 h 7250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75930" h="725014">
                  <a:moveTo>
                    <a:pt x="256757" y="0"/>
                  </a:moveTo>
                  <a:lnTo>
                    <a:pt x="0" y="550618"/>
                  </a:lnTo>
                  <a:lnTo>
                    <a:pt x="114339" y="725014"/>
                  </a:lnTo>
                  <a:lnTo>
                    <a:pt x="375930" y="164028"/>
                  </a:lnTo>
                  <a:lnTo>
                    <a:pt x="256757" y="0"/>
                  </a:lnTo>
                  <a:close/>
                </a:path>
              </a:pathLst>
            </a:custGeom>
            <a:gradFill>
              <a:gsLst>
                <a:gs pos="8000">
                  <a:srgbClr val="A5A5A5"/>
                </a:gs>
                <a:gs pos="50000">
                  <a:srgbClr val="A5A5A5">
                    <a:lumMod val="65000"/>
                    <a:lumOff val="35000"/>
                  </a:srgbClr>
                </a:gs>
                <a:gs pos="100000">
                  <a:srgbClr val="A5A5A5">
                    <a:lumMod val="75000"/>
                    <a:lumOff val="25000"/>
                  </a:srgbClr>
                </a:gs>
              </a:gsLst>
              <a:lin ang="12000000" scaled="0"/>
            </a:gradFill>
            <a:ln w="12700" cap="flat" cmpd="sng" algn="ctr">
              <a:noFill/>
              <a:prstDash val="solid"/>
              <a:miter lim="800000"/>
            </a:ln>
            <a:effectLst/>
            <a:scene3d>
              <a:camera prst="orthographicFront"/>
              <a:lightRig rig="harsh" dir="t"/>
            </a:scene3d>
            <a:sp3d extrusionH="12700" prstMaterial="metal">
              <a:bevelT w="38100" h="25400"/>
            </a:sp3d>
          </p:spPr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1" name="Freeform 121">
              <a:extLst>
                <a:ext uri="{FF2B5EF4-FFF2-40B4-BE49-F238E27FC236}">
                  <a16:creationId xmlns:a16="http://schemas.microsoft.com/office/drawing/2014/main" id="{7672786C-2452-2003-81CE-554BE5D09C75}"/>
                </a:ext>
              </a:extLst>
            </p:cNvPr>
            <p:cNvSpPr/>
            <p:nvPr/>
          </p:nvSpPr>
          <p:spPr>
            <a:xfrm rot="6900000" flipV="1">
              <a:off x="7449619" y="5094060"/>
              <a:ext cx="125741" cy="248089"/>
            </a:xfrm>
            <a:custGeom>
              <a:avLst/>
              <a:gdLst>
                <a:gd name="connsiteX0" fmla="*/ 222548 w 336888"/>
                <a:gd name="connsiteY0" fmla="*/ 0 h 664683"/>
                <a:gd name="connsiteX1" fmla="*/ 0 w 336888"/>
                <a:gd name="connsiteY1" fmla="*/ 477256 h 664683"/>
                <a:gd name="connsiteX2" fmla="*/ 108263 w 336888"/>
                <a:gd name="connsiteY2" fmla="*/ 664683 h 664683"/>
                <a:gd name="connsiteX3" fmla="*/ 336888 w 336888"/>
                <a:gd name="connsiteY3" fmla="*/ 174395 h 664683"/>
                <a:gd name="connsiteX4" fmla="*/ 222548 w 336888"/>
                <a:gd name="connsiteY4" fmla="*/ 0 h 6646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6888" h="664683">
                  <a:moveTo>
                    <a:pt x="222548" y="0"/>
                  </a:moveTo>
                  <a:lnTo>
                    <a:pt x="0" y="477256"/>
                  </a:lnTo>
                  <a:lnTo>
                    <a:pt x="108263" y="664683"/>
                  </a:lnTo>
                  <a:lnTo>
                    <a:pt x="336888" y="174395"/>
                  </a:lnTo>
                  <a:lnTo>
                    <a:pt x="222548" y="0"/>
                  </a:lnTo>
                  <a:close/>
                </a:path>
              </a:pathLst>
            </a:custGeom>
            <a:gradFill>
              <a:gsLst>
                <a:gs pos="8000">
                  <a:srgbClr val="A5A5A5"/>
                </a:gs>
                <a:gs pos="50000">
                  <a:srgbClr val="A5A5A5">
                    <a:lumMod val="65000"/>
                    <a:lumOff val="35000"/>
                  </a:srgbClr>
                </a:gs>
                <a:gs pos="100000">
                  <a:srgbClr val="A5A5A5">
                    <a:lumMod val="75000"/>
                    <a:lumOff val="25000"/>
                  </a:srgbClr>
                </a:gs>
              </a:gsLst>
              <a:lin ang="12000000" scaled="0"/>
            </a:gradFill>
            <a:ln w="12700" cap="flat" cmpd="sng" algn="ctr">
              <a:noFill/>
              <a:prstDash val="solid"/>
              <a:miter lim="800000"/>
            </a:ln>
            <a:effectLst/>
            <a:scene3d>
              <a:camera prst="orthographicFront"/>
              <a:lightRig rig="harsh" dir="t"/>
            </a:scene3d>
            <a:sp3d extrusionH="12700" prstMaterial="metal">
              <a:bevelT w="38100" h="25400"/>
            </a:sp3d>
          </p:spPr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2" name="Freeform 122">
              <a:extLst>
                <a:ext uri="{FF2B5EF4-FFF2-40B4-BE49-F238E27FC236}">
                  <a16:creationId xmlns:a16="http://schemas.microsoft.com/office/drawing/2014/main" id="{52D7A04E-46F8-28D4-B39B-06B4491D8813}"/>
                </a:ext>
              </a:extLst>
            </p:cNvPr>
            <p:cNvSpPr/>
            <p:nvPr/>
          </p:nvSpPr>
          <p:spPr>
            <a:xfrm rot="6900000" flipV="1">
              <a:off x="5312703" y="5209769"/>
              <a:ext cx="174465" cy="198613"/>
            </a:xfrm>
            <a:custGeom>
              <a:avLst/>
              <a:gdLst>
                <a:gd name="connsiteX0" fmla="*/ 224007 w 467430"/>
                <a:gd name="connsiteY0" fmla="*/ 0 h 532126"/>
                <a:gd name="connsiteX1" fmla="*/ 0 w 467430"/>
                <a:gd name="connsiteY1" fmla="*/ 480385 h 532126"/>
                <a:gd name="connsiteX2" fmla="*/ 243423 w 467430"/>
                <a:gd name="connsiteY2" fmla="*/ 532126 h 532126"/>
                <a:gd name="connsiteX3" fmla="*/ 467430 w 467430"/>
                <a:gd name="connsiteY3" fmla="*/ 51741 h 532126"/>
                <a:gd name="connsiteX4" fmla="*/ 224007 w 467430"/>
                <a:gd name="connsiteY4" fmla="*/ 0 h 5321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67430" h="532126">
                  <a:moveTo>
                    <a:pt x="224007" y="0"/>
                  </a:moveTo>
                  <a:lnTo>
                    <a:pt x="0" y="480385"/>
                  </a:lnTo>
                  <a:lnTo>
                    <a:pt x="243423" y="532126"/>
                  </a:lnTo>
                  <a:lnTo>
                    <a:pt x="467430" y="51741"/>
                  </a:lnTo>
                  <a:lnTo>
                    <a:pt x="224007" y="0"/>
                  </a:lnTo>
                  <a:close/>
                </a:path>
              </a:pathLst>
            </a:custGeom>
            <a:gradFill>
              <a:gsLst>
                <a:gs pos="8000">
                  <a:srgbClr val="A5A5A5"/>
                </a:gs>
                <a:gs pos="50000">
                  <a:srgbClr val="A5A5A5">
                    <a:lumMod val="65000"/>
                    <a:lumOff val="35000"/>
                  </a:srgbClr>
                </a:gs>
                <a:gs pos="100000">
                  <a:srgbClr val="A5A5A5">
                    <a:lumMod val="75000"/>
                    <a:lumOff val="25000"/>
                  </a:srgbClr>
                </a:gs>
              </a:gsLst>
              <a:lin ang="12000000" scaled="0"/>
            </a:gradFill>
            <a:ln w="12700" cap="flat" cmpd="sng" algn="ctr">
              <a:noFill/>
              <a:prstDash val="solid"/>
              <a:miter lim="800000"/>
            </a:ln>
            <a:effectLst/>
            <a:scene3d>
              <a:camera prst="orthographicFront"/>
              <a:lightRig rig="harsh" dir="t"/>
            </a:scene3d>
            <a:sp3d extrusionH="12700" prstMaterial="metal">
              <a:bevelT w="38100" h="25400"/>
            </a:sp3d>
          </p:spPr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3" name="Freeform 123">
              <a:extLst>
                <a:ext uri="{FF2B5EF4-FFF2-40B4-BE49-F238E27FC236}">
                  <a16:creationId xmlns:a16="http://schemas.microsoft.com/office/drawing/2014/main" id="{0E851B8F-5A6D-8A31-D07D-24B504F5995C}"/>
                </a:ext>
              </a:extLst>
            </p:cNvPr>
            <p:cNvSpPr/>
            <p:nvPr/>
          </p:nvSpPr>
          <p:spPr>
            <a:xfrm rot="6900000" flipV="1">
              <a:off x="5542369" y="5191481"/>
              <a:ext cx="185352" cy="244869"/>
            </a:xfrm>
            <a:custGeom>
              <a:avLst/>
              <a:gdLst>
                <a:gd name="connsiteX0" fmla="*/ 253175 w 496598"/>
                <a:gd name="connsiteY0" fmla="*/ 0 h 656055"/>
                <a:gd name="connsiteX1" fmla="*/ 0 w 496598"/>
                <a:gd name="connsiteY1" fmla="*/ 542934 h 656055"/>
                <a:gd name="connsiteX2" fmla="*/ 214802 w 496598"/>
                <a:gd name="connsiteY2" fmla="*/ 656055 h 656055"/>
                <a:gd name="connsiteX3" fmla="*/ 496598 w 496598"/>
                <a:gd name="connsiteY3" fmla="*/ 51741 h 656055"/>
                <a:gd name="connsiteX4" fmla="*/ 253175 w 496598"/>
                <a:gd name="connsiteY4" fmla="*/ 0 h 656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6598" h="656055">
                  <a:moveTo>
                    <a:pt x="253175" y="0"/>
                  </a:moveTo>
                  <a:lnTo>
                    <a:pt x="0" y="542934"/>
                  </a:lnTo>
                  <a:lnTo>
                    <a:pt x="214802" y="656055"/>
                  </a:lnTo>
                  <a:lnTo>
                    <a:pt x="496598" y="51741"/>
                  </a:lnTo>
                  <a:lnTo>
                    <a:pt x="253175" y="0"/>
                  </a:lnTo>
                  <a:close/>
                </a:path>
              </a:pathLst>
            </a:custGeom>
            <a:gradFill>
              <a:gsLst>
                <a:gs pos="8000">
                  <a:srgbClr val="A5A5A5"/>
                </a:gs>
                <a:gs pos="50000">
                  <a:srgbClr val="A5A5A5">
                    <a:lumMod val="65000"/>
                    <a:lumOff val="35000"/>
                  </a:srgbClr>
                </a:gs>
                <a:gs pos="100000">
                  <a:srgbClr val="A5A5A5">
                    <a:lumMod val="75000"/>
                    <a:lumOff val="25000"/>
                  </a:srgbClr>
                </a:gs>
              </a:gsLst>
              <a:lin ang="12000000" scaled="0"/>
            </a:gradFill>
            <a:ln w="12700" cap="flat" cmpd="sng" algn="ctr">
              <a:noFill/>
              <a:prstDash val="solid"/>
              <a:miter lim="800000"/>
            </a:ln>
            <a:effectLst/>
            <a:scene3d>
              <a:camera prst="orthographicFront"/>
              <a:lightRig rig="harsh" dir="t"/>
            </a:scene3d>
            <a:sp3d extrusionH="12700" prstMaterial="metal">
              <a:bevelT w="38100" h="25400"/>
            </a:sp3d>
          </p:spPr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4" name="Freeform 124">
              <a:extLst>
                <a:ext uri="{FF2B5EF4-FFF2-40B4-BE49-F238E27FC236}">
                  <a16:creationId xmlns:a16="http://schemas.microsoft.com/office/drawing/2014/main" id="{BBCE412B-DFBF-8AF0-837F-255A6ED968F0}"/>
                </a:ext>
              </a:extLst>
            </p:cNvPr>
            <p:cNvSpPr/>
            <p:nvPr/>
          </p:nvSpPr>
          <p:spPr>
            <a:xfrm rot="6900000" flipV="1">
              <a:off x="5819818" y="5206891"/>
              <a:ext cx="155784" cy="204370"/>
            </a:xfrm>
            <a:custGeom>
              <a:avLst/>
              <a:gdLst>
                <a:gd name="connsiteX0" fmla="*/ 202578 w 417379"/>
                <a:gd name="connsiteY0" fmla="*/ 0 h 547550"/>
                <a:gd name="connsiteX1" fmla="*/ 0 w 417379"/>
                <a:gd name="connsiteY1" fmla="*/ 434429 h 547550"/>
                <a:gd name="connsiteX2" fmla="*/ 214802 w 417379"/>
                <a:gd name="connsiteY2" fmla="*/ 547550 h 547550"/>
                <a:gd name="connsiteX3" fmla="*/ 417379 w 417379"/>
                <a:gd name="connsiteY3" fmla="*/ 113121 h 547550"/>
                <a:gd name="connsiteX4" fmla="*/ 202578 w 417379"/>
                <a:gd name="connsiteY4" fmla="*/ 0 h 5475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17379" h="547550">
                  <a:moveTo>
                    <a:pt x="202578" y="0"/>
                  </a:moveTo>
                  <a:lnTo>
                    <a:pt x="0" y="434429"/>
                  </a:lnTo>
                  <a:lnTo>
                    <a:pt x="214802" y="547550"/>
                  </a:lnTo>
                  <a:lnTo>
                    <a:pt x="417379" y="113121"/>
                  </a:lnTo>
                  <a:lnTo>
                    <a:pt x="202578" y="0"/>
                  </a:lnTo>
                  <a:close/>
                </a:path>
              </a:pathLst>
            </a:custGeom>
            <a:gradFill>
              <a:gsLst>
                <a:gs pos="8000">
                  <a:srgbClr val="A5A5A5"/>
                </a:gs>
                <a:gs pos="50000">
                  <a:srgbClr val="A5A5A5">
                    <a:lumMod val="65000"/>
                    <a:lumOff val="35000"/>
                  </a:srgbClr>
                </a:gs>
                <a:gs pos="100000">
                  <a:srgbClr val="A5A5A5">
                    <a:lumMod val="75000"/>
                    <a:lumOff val="25000"/>
                  </a:srgbClr>
                </a:gs>
              </a:gsLst>
              <a:lin ang="12000000" scaled="0"/>
            </a:gradFill>
            <a:ln w="12700" cap="flat" cmpd="sng" algn="ctr">
              <a:noFill/>
              <a:prstDash val="solid"/>
              <a:miter lim="800000"/>
            </a:ln>
            <a:effectLst/>
            <a:scene3d>
              <a:camera prst="orthographicFront"/>
              <a:lightRig rig="harsh" dir="t"/>
            </a:scene3d>
            <a:sp3d extrusionH="12700" prstMaterial="metal">
              <a:bevelT w="38100" h="25400"/>
            </a:sp3d>
          </p:spPr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5" name="Freeform 125">
              <a:extLst>
                <a:ext uri="{FF2B5EF4-FFF2-40B4-BE49-F238E27FC236}">
                  <a16:creationId xmlns:a16="http://schemas.microsoft.com/office/drawing/2014/main" id="{925FFB85-B822-FD28-436E-DD3E6A03A6B2}"/>
                </a:ext>
              </a:extLst>
            </p:cNvPr>
            <p:cNvSpPr/>
            <p:nvPr/>
          </p:nvSpPr>
          <p:spPr>
            <a:xfrm rot="6900000" flipV="1">
              <a:off x="6070907" y="5190600"/>
              <a:ext cx="168328" cy="241106"/>
            </a:xfrm>
            <a:custGeom>
              <a:avLst/>
              <a:gdLst>
                <a:gd name="connsiteX0" fmla="*/ 236188 w 450989"/>
                <a:gd name="connsiteY0" fmla="*/ 0 h 645974"/>
                <a:gd name="connsiteX1" fmla="*/ 0 w 450989"/>
                <a:gd name="connsiteY1" fmla="*/ 506507 h 645974"/>
                <a:gd name="connsiteX2" fmla="*/ 202516 w 450989"/>
                <a:gd name="connsiteY2" fmla="*/ 645974 h 645974"/>
                <a:gd name="connsiteX3" fmla="*/ 450989 w 450989"/>
                <a:gd name="connsiteY3" fmla="*/ 113121 h 645974"/>
                <a:gd name="connsiteX4" fmla="*/ 236188 w 450989"/>
                <a:gd name="connsiteY4" fmla="*/ 0 h 6459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50989" h="645974">
                  <a:moveTo>
                    <a:pt x="236188" y="0"/>
                  </a:moveTo>
                  <a:lnTo>
                    <a:pt x="0" y="506507"/>
                  </a:lnTo>
                  <a:lnTo>
                    <a:pt x="202516" y="645974"/>
                  </a:lnTo>
                  <a:lnTo>
                    <a:pt x="450989" y="113121"/>
                  </a:lnTo>
                  <a:lnTo>
                    <a:pt x="236188" y="0"/>
                  </a:lnTo>
                  <a:close/>
                </a:path>
              </a:pathLst>
            </a:custGeom>
            <a:gradFill>
              <a:gsLst>
                <a:gs pos="8000">
                  <a:srgbClr val="A5A5A5"/>
                </a:gs>
                <a:gs pos="50000">
                  <a:srgbClr val="A5A5A5">
                    <a:lumMod val="65000"/>
                    <a:lumOff val="35000"/>
                  </a:srgbClr>
                </a:gs>
                <a:gs pos="100000">
                  <a:srgbClr val="A5A5A5">
                    <a:lumMod val="75000"/>
                    <a:lumOff val="25000"/>
                  </a:srgbClr>
                </a:gs>
              </a:gsLst>
              <a:lin ang="12000000" scaled="0"/>
            </a:gradFill>
            <a:ln w="12700" cap="flat" cmpd="sng" algn="ctr">
              <a:noFill/>
              <a:prstDash val="solid"/>
              <a:miter lim="800000"/>
            </a:ln>
            <a:effectLst/>
            <a:scene3d>
              <a:camera prst="orthographicFront"/>
              <a:lightRig rig="harsh" dir="t"/>
            </a:scene3d>
            <a:sp3d extrusionH="12700" prstMaterial="metal">
              <a:bevelT w="38100" h="25400"/>
            </a:sp3d>
          </p:spPr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6" name="Freeform 126">
              <a:extLst>
                <a:ext uri="{FF2B5EF4-FFF2-40B4-BE49-F238E27FC236}">
                  <a16:creationId xmlns:a16="http://schemas.microsoft.com/office/drawing/2014/main" id="{F708F3F7-6CEE-12CB-283D-05A95F01B9B6}"/>
                </a:ext>
              </a:extLst>
            </p:cNvPr>
            <p:cNvSpPr/>
            <p:nvPr/>
          </p:nvSpPr>
          <p:spPr>
            <a:xfrm rot="6900000" flipV="1">
              <a:off x="6776224" y="5169094"/>
              <a:ext cx="162455" cy="282122"/>
            </a:xfrm>
            <a:custGeom>
              <a:avLst/>
              <a:gdLst>
                <a:gd name="connsiteX0" fmla="*/ 256893 w 435253"/>
                <a:gd name="connsiteY0" fmla="*/ 0 h 755864"/>
                <a:gd name="connsiteX1" fmla="*/ 0 w 435253"/>
                <a:gd name="connsiteY1" fmla="*/ 550908 h 755864"/>
                <a:gd name="connsiteX2" fmla="*/ 171978 w 435253"/>
                <a:gd name="connsiteY2" fmla="*/ 755864 h 755864"/>
                <a:gd name="connsiteX3" fmla="*/ 435253 w 435253"/>
                <a:gd name="connsiteY3" fmla="*/ 191269 h 755864"/>
                <a:gd name="connsiteX4" fmla="*/ 256893 w 435253"/>
                <a:gd name="connsiteY4" fmla="*/ 0 h 7558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35253" h="755864">
                  <a:moveTo>
                    <a:pt x="256893" y="0"/>
                  </a:moveTo>
                  <a:lnTo>
                    <a:pt x="0" y="550908"/>
                  </a:lnTo>
                  <a:lnTo>
                    <a:pt x="171978" y="755864"/>
                  </a:lnTo>
                  <a:lnTo>
                    <a:pt x="435253" y="191269"/>
                  </a:lnTo>
                  <a:lnTo>
                    <a:pt x="256893" y="0"/>
                  </a:lnTo>
                  <a:close/>
                </a:path>
              </a:pathLst>
            </a:custGeom>
            <a:gradFill>
              <a:gsLst>
                <a:gs pos="8000">
                  <a:srgbClr val="A5A5A5"/>
                </a:gs>
                <a:gs pos="50000">
                  <a:srgbClr val="A5A5A5">
                    <a:lumMod val="65000"/>
                    <a:lumOff val="35000"/>
                  </a:srgbClr>
                </a:gs>
                <a:gs pos="100000">
                  <a:srgbClr val="A5A5A5">
                    <a:lumMod val="75000"/>
                    <a:lumOff val="25000"/>
                  </a:srgbClr>
                </a:gs>
              </a:gsLst>
              <a:lin ang="12000000" scaled="0"/>
            </a:gradFill>
            <a:ln w="12700" cap="flat" cmpd="sng" algn="ctr">
              <a:noFill/>
              <a:prstDash val="solid"/>
              <a:miter lim="800000"/>
            </a:ln>
            <a:effectLst/>
            <a:scene3d>
              <a:camera prst="orthographicFront"/>
              <a:lightRig rig="harsh" dir="t"/>
            </a:scene3d>
            <a:sp3d extrusionH="12700" prstMaterial="metal">
              <a:bevelT w="38100" h="25400"/>
            </a:sp3d>
          </p:spPr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7" name="Freeform 127">
              <a:extLst>
                <a:ext uri="{FF2B5EF4-FFF2-40B4-BE49-F238E27FC236}">
                  <a16:creationId xmlns:a16="http://schemas.microsoft.com/office/drawing/2014/main" id="{A76201DE-707A-4A18-16B1-278F2E770962}"/>
                </a:ext>
              </a:extLst>
            </p:cNvPr>
            <p:cNvSpPr/>
            <p:nvPr/>
          </p:nvSpPr>
          <p:spPr>
            <a:xfrm rot="6900000" flipV="1">
              <a:off x="7018885" y="5172597"/>
              <a:ext cx="153855" cy="276005"/>
            </a:xfrm>
            <a:custGeom>
              <a:avLst/>
              <a:gdLst>
                <a:gd name="connsiteX0" fmla="*/ 240232 w 412211"/>
                <a:gd name="connsiteY0" fmla="*/ 0 h 739476"/>
                <a:gd name="connsiteX1" fmla="*/ 0 w 412211"/>
                <a:gd name="connsiteY1" fmla="*/ 515180 h 739476"/>
                <a:gd name="connsiteX2" fmla="*/ 162960 w 412211"/>
                <a:gd name="connsiteY2" fmla="*/ 739476 h 739476"/>
                <a:gd name="connsiteX3" fmla="*/ 412211 w 412211"/>
                <a:gd name="connsiteY3" fmla="*/ 204955 h 739476"/>
                <a:gd name="connsiteX4" fmla="*/ 240232 w 412211"/>
                <a:gd name="connsiteY4" fmla="*/ 0 h 7394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12211" h="739476">
                  <a:moveTo>
                    <a:pt x="240232" y="0"/>
                  </a:moveTo>
                  <a:lnTo>
                    <a:pt x="0" y="515180"/>
                  </a:lnTo>
                  <a:lnTo>
                    <a:pt x="162960" y="739476"/>
                  </a:lnTo>
                  <a:lnTo>
                    <a:pt x="412211" y="204955"/>
                  </a:lnTo>
                  <a:lnTo>
                    <a:pt x="240232" y="0"/>
                  </a:lnTo>
                  <a:close/>
                </a:path>
              </a:pathLst>
            </a:custGeom>
            <a:gradFill>
              <a:gsLst>
                <a:gs pos="8000">
                  <a:srgbClr val="A5A5A5"/>
                </a:gs>
                <a:gs pos="50000">
                  <a:srgbClr val="A5A5A5">
                    <a:lumMod val="65000"/>
                    <a:lumOff val="35000"/>
                  </a:srgbClr>
                </a:gs>
                <a:gs pos="100000">
                  <a:srgbClr val="A5A5A5">
                    <a:lumMod val="75000"/>
                    <a:lumOff val="25000"/>
                  </a:srgbClr>
                </a:gs>
              </a:gsLst>
              <a:lin ang="12000000" scaled="0"/>
            </a:gradFill>
            <a:ln w="12700" cap="flat" cmpd="sng" algn="ctr">
              <a:noFill/>
              <a:prstDash val="solid"/>
              <a:miter lim="800000"/>
            </a:ln>
            <a:effectLst/>
            <a:scene3d>
              <a:camera prst="orthographicFront"/>
              <a:lightRig rig="harsh" dir="t"/>
            </a:scene3d>
            <a:sp3d extrusionH="12700" prstMaterial="metal">
              <a:bevelT w="38100" h="25400"/>
            </a:sp3d>
          </p:spPr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8" name="Freeform 128">
              <a:extLst>
                <a:ext uri="{FF2B5EF4-FFF2-40B4-BE49-F238E27FC236}">
                  <a16:creationId xmlns:a16="http://schemas.microsoft.com/office/drawing/2014/main" id="{D7047166-B9C8-DD01-01EA-A75105B585FE}"/>
                </a:ext>
              </a:extLst>
            </p:cNvPr>
            <p:cNvSpPr/>
            <p:nvPr/>
          </p:nvSpPr>
          <p:spPr>
            <a:xfrm rot="6900000" flipV="1">
              <a:off x="7257153" y="5160598"/>
              <a:ext cx="158833" cy="299190"/>
            </a:xfrm>
            <a:custGeom>
              <a:avLst/>
              <a:gdLst>
                <a:gd name="connsiteX0" fmla="*/ 262588 w 425548"/>
                <a:gd name="connsiteY0" fmla="*/ 0 h 801594"/>
                <a:gd name="connsiteX1" fmla="*/ 0 w 425548"/>
                <a:gd name="connsiteY1" fmla="*/ 563123 h 801594"/>
                <a:gd name="connsiteX2" fmla="*/ 156349 w 425548"/>
                <a:gd name="connsiteY2" fmla="*/ 801594 h 801594"/>
                <a:gd name="connsiteX3" fmla="*/ 425548 w 425548"/>
                <a:gd name="connsiteY3" fmla="*/ 224295 h 801594"/>
                <a:gd name="connsiteX4" fmla="*/ 262588 w 425548"/>
                <a:gd name="connsiteY4" fmla="*/ 0 h 801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25548" h="801594">
                  <a:moveTo>
                    <a:pt x="262588" y="0"/>
                  </a:moveTo>
                  <a:lnTo>
                    <a:pt x="0" y="563123"/>
                  </a:lnTo>
                  <a:lnTo>
                    <a:pt x="156349" y="801594"/>
                  </a:lnTo>
                  <a:lnTo>
                    <a:pt x="425548" y="224295"/>
                  </a:lnTo>
                  <a:lnTo>
                    <a:pt x="262588" y="0"/>
                  </a:lnTo>
                  <a:close/>
                </a:path>
              </a:pathLst>
            </a:custGeom>
            <a:gradFill>
              <a:gsLst>
                <a:gs pos="8000">
                  <a:srgbClr val="A5A5A5"/>
                </a:gs>
                <a:gs pos="50000">
                  <a:srgbClr val="A5A5A5">
                    <a:lumMod val="65000"/>
                    <a:lumOff val="35000"/>
                  </a:srgbClr>
                </a:gs>
                <a:gs pos="100000">
                  <a:srgbClr val="A5A5A5">
                    <a:lumMod val="75000"/>
                    <a:lumOff val="25000"/>
                  </a:srgbClr>
                </a:gs>
              </a:gsLst>
              <a:lin ang="12000000" scaled="0"/>
            </a:gradFill>
            <a:ln w="12700" cap="flat" cmpd="sng" algn="ctr">
              <a:noFill/>
              <a:prstDash val="solid"/>
              <a:miter lim="800000"/>
            </a:ln>
            <a:effectLst/>
            <a:scene3d>
              <a:camera prst="orthographicFront"/>
              <a:lightRig rig="harsh" dir="t"/>
            </a:scene3d>
            <a:sp3d extrusionH="12700" prstMaterial="metal">
              <a:bevelT w="38100" h="25400"/>
            </a:sp3d>
          </p:spPr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9" name="Freeform 129">
              <a:extLst>
                <a:ext uri="{FF2B5EF4-FFF2-40B4-BE49-F238E27FC236}">
                  <a16:creationId xmlns:a16="http://schemas.microsoft.com/office/drawing/2014/main" id="{7381D597-2172-A211-8603-176E1C8EE178}"/>
                </a:ext>
              </a:extLst>
            </p:cNvPr>
            <p:cNvSpPr/>
            <p:nvPr/>
          </p:nvSpPr>
          <p:spPr>
            <a:xfrm rot="6900000" flipV="1">
              <a:off x="7501387" y="5170651"/>
              <a:ext cx="144157" cy="279658"/>
            </a:xfrm>
            <a:custGeom>
              <a:avLst/>
              <a:gdLst>
                <a:gd name="connsiteX0" fmla="*/ 229878 w 386228"/>
                <a:gd name="connsiteY0" fmla="*/ 0 h 749264"/>
                <a:gd name="connsiteX1" fmla="*/ 0 w 386228"/>
                <a:gd name="connsiteY1" fmla="*/ 492975 h 749264"/>
                <a:gd name="connsiteX2" fmla="*/ 148041 w 386228"/>
                <a:gd name="connsiteY2" fmla="*/ 749264 h 749264"/>
                <a:gd name="connsiteX3" fmla="*/ 386228 w 386228"/>
                <a:gd name="connsiteY3" fmla="*/ 238470 h 749264"/>
                <a:gd name="connsiteX4" fmla="*/ 229878 w 386228"/>
                <a:gd name="connsiteY4" fmla="*/ 0 h 7492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6228" h="749264">
                  <a:moveTo>
                    <a:pt x="229878" y="0"/>
                  </a:moveTo>
                  <a:lnTo>
                    <a:pt x="0" y="492975"/>
                  </a:lnTo>
                  <a:lnTo>
                    <a:pt x="148041" y="749264"/>
                  </a:lnTo>
                  <a:lnTo>
                    <a:pt x="386228" y="238470"/>
                  </a:lnTo>
                  <a:lnTo>
                    <a:pt x="229878" y="0"/>
                  </a:lnTo>
                  <a:close/>
                </a:path>
              </a:pathLst>
            </a:custGeom>
            <a:gradFill>
              <a:gsLst>
                <a:gs pos="8000">
                  <a:srgbClr val="A5A5A5"/>
                </a:gs>
                <a:gs pos="50000">
                  <a:srgbClr val="A5A5A5">
                    <a:lumMod val="65000"/>
                    <a:lumOff val="35000"/>
                  </a:srgbClr>
                </a:gs>
                <a:gs pos="100000">
                  <a:srgbClr val="A5A5A5">
                    <a:lumMod val="75000"/>
                    <a:lumOff val="25000"/>
                  </a:srgbClr>
                </a:gs>
              </a:gsLst>
              <a:lin ang="12000000" scaled="0"/>
            </a:gradFill>
            <a:ln w="12700" cap="flat" cmpd="sng" algn="ctr">
              <a:noFill/>
              <a:prstDash val="solid"/>
              <a:miter lim="800000"/>
            </a:ln>
            <a:effectLst/>
            <a:scene3d>
              <a:camera prst="orthographicFront"/>
              <a:lightRig rig="harsh" dir="t"/>
            </a:scene3d>
            <a:sp3d extrusionH="12700" prstMaterial="metal">
              <a:bevelT w="38100" h="25400"/>
            </a:sp3d>
          </p:spPr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40" name="Freeform 130">
              <a:extLst>
                <a:ext uri="{FF2B5EF4-FFF2-40B4-BE49-F238E27FC236}">
                  <a16:creationId xmlns:a16="http://schemas.microsoft.com/office/drawing/2014/main" id="{7AA8139A-386A-EF67-570D-6E6439F4F4A4}"/>
                </a:ext>
              </a:extLst>
            </p:cNvPr>
            <p:cNvSpPr/>
            <p:nvPr/>
          </p:nvSpPr>
          <p:spPr>
            <a:xfrm rot="6900000" flipV="1">
              <a:off x="5468817" y="4592854"/>
              <a:ext cx="865866" cy="1688335"/>
            </a:xfrm>
            <a:custGeom>
              <a:avLst/>
              <a:gdLst>
                <a:gd name="connsiteX0" fmla="*/ 260247 w 2236614"/>
                <a:gd name="connsiteY0" fmla="*/ 3582981 h 4361112"/>
                <a:gd name="connsiteX1" fmla="*/ 0 w 2236614"/>
                <a:gd name="connsiteY1" fmla="*/ 4141084 h 4361112"/>
                <a:gd name="connsiteX2" fmla="*/ 2089 w 2236614"/>
                <a:gd name="connsiteY2" fmla="*/ 4143405 h 4361112"/>
                <a:gd name="connsiteX3" fmla="*/ 3192 w 2236614"/>
                <a:gd name="connsiteY3" fmla="*/ 4141083 h 4361112"/>
                <a:gd name="connsiteX4" fmla="*/ 205235 w 2236614"/>
                <a:gd name="connsiteY4" fmla="*/ 4361112 h 4361112"/>
                <a:gd name="connsiteX5" fmla="*/ 2236614 w 2236614"/>
                <a:gd name="connsiteY5" fmla="*/ 4811 h 4361112"/>
                <a:gd name="connsiteX6" fmla="*/ 1929819 w 2236614"/>
                <a:gd name="connsiteY6" fmla="*/ 4811 h 4361112"/>
                <a:gd name="connsiteX7" fmla="*/ 1931022 w 2236614"/>
                <a:gd name="connsiteY7" fmla="*/ 0 h 4361112"/>
                <a:gd name="connsiteX8" fmla="*/ 523664 w 2236614"/>
                <a:gd name="connsiteY8" fmla="*/ 3018084 h 4361112"/>
                <a:gd name="connsiteX9" fmla="*/ 524859 w 2236614"/>
                <a:gd name="connsiteY9" fmla="*/ 3018905 h 4361112"/>
                <a:gd name="connsiteX10" fmla="*/ 522180 w 2236614"/>
                <a:gd name="connsiteY10" fmla="*/ 3021268 h 4361112"/>
                <a:gd name="connsiteX11" fmla="*/ 260247 w 2236614"/>
                <a:gd name="connsiteY11" fmla="*/ 3582981 h 43611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236614" h="4361112">
                  <a:moveTo>
                    <a:pt x="260247" y="3582981"/>
                  </a:moveTo>
                  <a:lnTo>
                    <a:pt x="0" y="4141084"/>
                  </a:lnTo>
                  <a:lnTo>
                    <a:pt x="2089" y="4143405"/>
                  </a:lnTo>
                  <a:lnTo>
                    <a:pt x="3192" y="4141083"/>
                  </a:lnTo>
                  <a:lnTo>
                    <a:pt x="205235" y="4361112"/>
                  </a:lnTo>
                  <a:lnTo>
                    <a:pt x="2236614" y="4811"/>
                  </a:lnTo>
                  <a:lnTo>
                    <a:pt x="1929819" y="4811"/>
                  </a:lnTo>
                  <a:lnTo>
                    <a:pt x="1931022" y="0"/>
                  </a:lnTo>
                  <a:lnTo>
                    <a:pt x="523664" y="3018084"/>
                  </a:lnTo>
                  <a:lnTo>
                    <a:pt x="524859" y="3018905"/>
                  </a:lnTo>
                  <a:lnTo>
                    <a:pt x="522180" y="3021268"/>
                  </a:lnTo>
                  <a:lnTo>
                    <a:pt x="260247" y="3582981"/>
                  </a:lnTo>
                  <a:close/>
                </a:path>
              </a:pathLst>
            </a:custGeom>
            <a:gradFill>
              <a:gsLst>
                <a:gs pos="8000">
                  <a:srgbClr val="A5A5A5"/>
                </a:gs>
                <a:gs pos="50000">
                  <a:srgbClr val="A5A5A5">
                    <a:lumMod val="65000"/>
                    <a:lumOff val="35000"/>
                  </a:srgbClr>
                </a:gs>
                <a:gs pos="100000">
                  <a:srgbClr val="A5A5A5">
                    <a:lumMod val="75000"/>
                    <a:lumOff val="25000"/>
                  </a:srgbClr>
                </a:gs>
              </a:gsLst>
              <a:lin ang="12000000" scaled="0"/>
            </a:gradFill>
            <a:ln w="12700" cap="flat" cmpd="sng" algn="ctr">
              <a:noFill/>
              <a:prstDash val="solid"/>
              <a:miter lim="800000"/>
            </a:ln>
            <a:effectLst/>
            <a:scene3d>
              <a:camera prst="orthographicFront"/>
              <a:lightRig rig="harsh" dir="t"/>
            </a:scene3d>
            <a:sp3d extrusionH="12700" prstMaterial="metal">
              <a:bevelT w="38100" h="25400"/>
            </a:sp3d>
          </p:spPr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41" name="Freeform 131">
              <a:extLst>
                <a:ext uri="{FF2B5EF4-FFF2-40B4-BE49-F238E27FC236}">
                  <a16:creationId xmlns:a16="http://schemas.microsoft.com/office/drawing/2014/main" id="{CEA68A66-0817-08A9-84C7-9D84323D74C8}"/>
                </a:ext>
              </a:extLst>
            </p:cNvPr>
            <p:cNvSpPr/>
            <p:nvPr/>
          </p:nvSpPr>
          <p:spPr>
            <a:xfrm rot="6900000" flipV="1">
              <a:off x="4745427" y="4989624"/>
              <a:ext cx="134803" cy="182879"/>
            </a:xfrm>
            <a:custGeom>
              <a:avLst/>
              <a:gdLst>
                <a:gd name="connsiteX0" fmla="*/ 218759 w 361166"/>
                <a:gd name="connsiteY0" fmla="*/ 11564 h 489973"/>
                <a:gd name="connsiteX1" fmla="*/ 0 w 361166"/>
                <a:gd name="connsiteY1" fmla="*/ 480694 h 489973"/>
                <a:gd name="connsiteX2" fmla="*/ 132688 w 361166"/>
                <a:gd name="connsiteY2" fmla="*/ 489973 h 489973"/>
                <a:gd name="connsiteX3" fmla="*/ 361166 w 361166"/>
                <a:gd name="connsiteY3" fmla="*/ 0 h 489973"/>
                <a:gd name="connsiteX4" fmla="*/ 217791 w 361166"/>
                <a:gd name="connsiteY4" fmla="*/ 25281 h 489973"/>
                <a:gd name="connsiteX5" fmla="*/ 218759 w 361166"/>
                <a:gd name="connsiteY5" fmla="*/ 11564 h 489973"/>
                <a:gd name="connsiteX0" fmla="*/ 217791 w 361166"/>
                <a:gd name="connsiteY0" fmla="*/ 25281 h 489973"/>
                <a:gd name="connsiteX1" fmla="*/ 0 w 361166"/>
                <a:gd name="connsiteY1" fmla="*/ 480694 h 489973"/>
                <a:gd name="connsiteX2" fmla="*/ 132688 w 361166"/>
                <a:gd name="connsiteY2" fmla="*/ 489973 h 489973"/>
                <a:gd name="connsiteX3" fmla="*/ 361166 w 361166"/>
                <a:gd name="connsiteY3" fmla="*/ 0 h 489973"/>
                <a:gd name="connsiteX4" fmla="*/ 217791 w 361166"/>
                <a:gd name="connsiteY4" fmla="*/ 25281 h 489973"/>
                <a:gd name="connsiteX0" fmla="*/ 217791 w 361166"/>
                <a:gd name="connsiteY0" fmla="*/ 25281 h 489973"/>
                <a:gd name="connsiteX1" fmla="*/ 0 w 361166"/>
                <a:gd name="connsiteY1" fmla="*/ 480694 h 489973"/>
                <a:gd name="connsiteX2" fmla="*/ 132688 w 361166"/>
                <a:gd name="connsiteY2" fmla="*/ 489973 h 489973"/>
                <a:gd name="connsiteX3" fmla="*/ 361166 w 361166"/>
                <a:gd name="connsiteY3" fmla="*/ 0 h 489973"/>
                <a:gd name="connsiteX4" fmla="*/ 217791 w 361166"/>
                <a:gd name="connsiteY4" fmla="*/ 25281 h 489973"/>
                <a:gd name="connsiteX0" fmla="*/ 217791 w 361166"/>
                <a:gd name="connsiteY0" fmla="*/ 25281 h 489973"/>
                <a:gd name="connsiteX1" fmla="*/ 0 w 361166"/>
                <a:gd name="connsiteY1" fmla="*/ 480694 h 489973"/>
                <a:gd name="connsiteX2" fmla="*/ 132688 w 361166"/>
                <a:gd name="connsiteY2" fmla="*/ 489973 h 489973"/>
                <a:gd name="connsiteX3" fmla="*/ 361166 w 361166"/>
                <a:gd name="connsiteY3" fmla="*/ 0 h 489973"/>
                <a:gd name="connsiteX4" fmla="*/ 217791 w 361166"/>
                <a:gd name="connsiteY4" fmla="*/ 25281 h 489973"/>
                <a:gd name="connsiteX0" fmla="*/ 210310 w 361166"/>
                <a:gd name="connsiteY0" fmla="*/ 24420 h 489973"/>
                <a:gd name="connsiteX1" fmla="*/ 0 w 361166"/>
                <a:gd name="connsiteY1" fmla="*/ 480694 h 489973"/>
                <a:gd name="connsiteX2" fmla="*/ 132688 w 361166"/>
                <a:gd name="connsiteY2" fmla="*/ 489973 h 489973"/>
                <a:gd name="connsiteX3" fmla="*/ 361166 w 361166"/>
                <a:gd name="connsiteY3" fmla="*/ 0 h 489973"/>
                <a:gd name="connsiteX4" fmla="*/ 210310 w 361166"/>
                <a:gd name="connsiteY4" fmla="*/ 24420 h 489973"/>
                <a:gd name="connsiteX0" fmla="*/ 210310 w 361166"/>
                <a:gd name="connsiteY0" fmla="*/ 24420 h 489973"/>
                <a:gd name="connsiteX1" fmla="*/ 0 w 361166"/>
                <a:gd name="connsiteY1" fmla="*/ 480694 h 489973"/>
                <a:gd name="connsiteX2" fmla="*/ 132688 w 361166"/>
                <a:gd name="connsiteY2" fmla="*/ 489973 h 489973"/>
                <a:gd name="connsiteX3" fmla="*/ 361166 w 361166"/>
                <a:gd name="connsiteY3" fmla="*/ 0 h 489973"/>
                <a:gd name="connsiteX4" fmla="*/ 210310 w 361166"/>
                <a:gd name="connsiteY4" fmla="*/ 24420 h 4899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1166" h="489973">
                  <a:moveTo>
                    <a:pt x="210310" y="24420"/>
                  </a:moveTo>
                  <a:cubicBezTo>
                    <a:pt x="172704" y="112442"/>
                    <a:pt x="31449" y="411296"/>
                    <a:pt x="0" y="480694"/>
                  </a:cubicBezTo>
                  <a:lnTo>
                    <a:pt x="132688" y="489973"/>
                  </a:lnTo>
                  <a:lnTo>
                    <a:pt x="361166" y="0"/>
                  </a:lnTo>
                  <a:lnTo>
                    <a:pt x="210310" y="24420"/>
                  </a:lnTo>
                  <a:close/>
                </a:path>
              </a:pathLst>
            </a:custGeom>
            <a:gradFill>
              <a:gsLst>
                <a:gs pos="8000">
                  <a:srgbClr val="A5A5A5"/>
                </a:gs>
                <a:gs pos="50000">
                  <a:srgbClr val="A5A5A5">
                    <a:lumMod val="65000"/>
                    <a:lumOff val="35000"/>
                  </a:srgbClr>
                </a:gs>
                <a:gs pos="100000">
                  <a:srgbClr val="A5A5A5">
                    <a:lumMod val="75000"/>
                    <a:lumOff val="25000"/>
                  </a:srgbClr>
                </a:gs>
              </a:gsLst>
              <a:lin ang="12000000" scaled="0"/>
            </a:gradFill>
            <a:ln w="12700" cap="flat" cmpd="sng" algn="ctr">
              <a:noFill/>
              <a:prstDash val="solid"/>
              <a:miter lim="800000"/>
            </a:ln>
            <a:effectLst/>
            <a:scene3d>
              <a:camera prst="orthographicFront"/>
              <a:lightRig rig="harsh" dir="t"/>
            </a:scene3d>
            <a:sp3d extrusionH="12700" prstMaterial="metal">
              <a:bevelT w="38100" h="25400"/>
            </a:sp3d>
          </p:spPr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42" name="Freeform 132">
              <a:extLst>
                <a:ext uri="{FF2B5EF4-FFF2-40B4-BE49-F238E27FC236}">
                  <a16:creationId xmlns:a16="http://schemas.microsoft.com/office/drawing/2014/main" id="{CE4EA7BB-6065-C926-DD71-6F977871D6B0}"/>
                </a:ext>
              </a:extLst>
            </p:cNvPr>
            <p:cNvSpPr/>
            <p:nvPr/>
          </p:nvSpPr>
          <p:spPr>
            <a:xfrm rot="6900000" flipV="1">
              <a:off x="4958872" y="4989348"/>
              <a:ext cx="132762" cy="181968"/>
            </a:xfrm>
            <a:custGeom>
              <a:avLst/>
              <a:gdLst>
                <a:gd name="connsiteX0" fmla="*/ 223012 w 355700"/>
                <a:gd name="connsiteY0" fmla="*/ 0 h 487530"/>
                <a:gd name="connsiteX1" fmla="*/ 0 w 355700"/>
                <a:gd name="connsiteY1" fmla="*/ 478251 h 487530"/>
                <a:gd name="connsiteX2" fmla="*/ 132688 w 355700"/>
                <a:gd name="connsiteY2" fmla="*/ 487530 h 487530"/>
                <a:gd name="connsiteX3" fmla="*/ 355700 w 355700"/>
                <a:gd name="connsiteY3" fmla="*/ 9279 h 487530"/>
                <a:gd name="connsiteX4" fmla="*/ 223012 w 355700"/>
                <a:gd name="connsiteY4" fmla="*/ 0 h 4875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55700" h="487530">
                  <a:moveTo>
                    <a:pt x="223012" y="0"/>
                  </a:moveTo>
                  <a:lnTo>
                    <a:pt x="0" y="478251"/>
                  </a:lnTo>
                  <a:lnTo>
                    <a:pt x="132688" y="487530"/>
                  </a:lnTo>
                  <a:lnTo>
                    <a:pt x="355700" y="9279"/>
                  </a:lnTo>
                  <a:lnTo>
                    <a:pt x="223012" y="0"/>
                  </a:lnTo>
                  <a:close/>
                </a:path>
              </a:pathLst>
            </a:custGeom>
            <a:gradFill>
              <a:gsLst>
                <a:gs pos="8000">
                  <a:srgbClr val="A5A5A5"/>
                </a:gs>
                <a:gs pos="50000">
                  <a:srgbClr val="A5A5A5">
                    <a:lumMod val="65000"/>
                    <a:lumOff val="35000"/>
                  </a:srgbClr>
                </a:gs>
                <a:gs pos="100000">
                  <a:srgbClr val="A5A5A5">
                    <a:lumMod val="75000"/>
                    <a:lumOff val="25000"/>
                  </a:srgbClr>
                </a:gs>
              </a:gsLst>
              <a:lin ang="12000000" scaled="0"/>
            </a:gradFill>
            <a:ln w="12700" cap="flat" cmpd="sng" algn="ctr">
              <a:noFill/>
              <a:prstDash val="solid"/>
              <a:miter lim="800000"/>
            </a:ln>
            <a:effectLst/>
            <a:scene3d>
              <a:camera prst="orthographicFront"/>
              <a:lightRig rig="harsh" dir="t"/>
            </a:scene3d>
            <a:sp3d extrusionH="12700" prstMaterial="metal">
              <a:bevelT w="38100" h="25400"/>
            </a:sp3d>
          </p:spPr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43" name="Freeform 133">
              <a:extLst>
                <a:ext uri="{FF2B5EF4-FFF2-40B4-BE49-F238E27FC236}">
                  <a16:creationId xmlns:a16="http://schemas.microsoft.com/office/drawing/2014/main" id="{8B7C72B6-7FE4-D3A6-3563-D0EA391C4694}"/>
                </a:ext>
              </a:extLst>
            </p:cNvPr>
            <p:cNvSpPr/>
            <p:nvPr/>
          </p:nvSpPr>
          <p:spPr>
            <a:xfrm rot="6900000" flipV="1">
              <a:off x="5173643" y="4987059"/>
              <a:ext cx="133167" cy="189262"/>
            </a:xfrm>
            <a:custGeom>
              <a:avLst/>
              <a:gdLst>
                <a:gd name="connsiteX0" fmla="*/ 224096 w 356783"/>
                <a:gd name="connsiteY0" fmla="*/ 0 h 507073"/>
                <a:gd name="connsiteX1" fmla="*/ 0 w 356783"/>
                <a:gd name="connsiteY1" fmla="*/ 480576 h 507073"/>
                <a:gd name="connsiteX2" fmla="*/ 124658 w 356783"/>
                <a:gd name="connsiteY2" fmla="*/ 507073 h 507073"/>
                <a:gd name="connsiteX3" fmla="*/ 356783 w 356783"/>
                <a:gd name="connsiteY3" fmla="*/ 9279 h 507073"/>
                <a:gd name="connsiteX4" fmla="*/ 224096 w 356783"/>
                <a:gd name="connsiteY4" fmla="*/ 0 h 5070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56783" h="507073">
                  <a:moveTo>
                    <a:pt x="224096" y="0"/>
                  </a:moveTo>
                  <a:lnTo>
                    <a:pt x="0" y="480576"/>
                  </a:lnTo>
                  <a:lnTo>
                    <a:pt x="124658" y="507073"/>
                  </a:lnTo>
                  <a:lnTo>
                    <a:pt x="356783" y="9279"/>
                  </a:lnTo>
                  <a:lnTo>
                    <a:pt x="224096" y="0"/>
                  </a:lnTo>
                  <a:close/>
                </a:path>
              </a:pathLst>
            </a:custGeom>
            <a:gradFill>
              <a:gsLst>
                <a:gs pos="8000">
                  <a:srgbClr val="A5A5A5"/>
                </a:gs>
                <a:gs pos="50000">
                  <a:srgbClr val="A5A5A5">
                    <a:lumMod val="65000"/>
                    <a:lumOff val="35000"/>
                  </a:srgbClr>
                </a:gs>
                <a:gs pos="100000">
                  <a:srgbClr val="A5A5A5">
                    <a:lumMod val="75000"/>
                    <a:lumOff val="25000"/>
                  </a:srgbClr>
                </a:gs>
              </a:gsLst>
              <a:lin ang="12000000" scaled="0"/>
            </a:gradFill>
            <a:ln w="12700" cap="flat" cmpd="sng" algn="ctr">
              <a:noFill/>
              <a:prstDash val="solid"/>
              <a:miter lim="800000"/>
            </a:ln>
            <a:effectLst/>
            <a:scene3d>
              <a:camera prst="orthographicFront"/>
              <a:lightRig rig="harsh" dir="t"/>
            </a:scene3d>
            <a:sp3d extrusionH="12700" prstMaterial="metal">
              <a:bevelT w="38100" h="25400"/>
            </a:sp3d>
          </p:spPr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44" name="Freeform 134">
              <a:extLst>
                <a:ext uri="{FF2B5EF4-FFF2-40B4-BE49-F238E27FC236}">
                  <a16:creationId xmlns:a16="http://schemas.microsoft.com/office/drawing/2014/main" id="{FC34C962-9F11-68B9-AFBD-1492384A4AA0}"/>
                </a:ext>
              </a:extLst>
            </p:cNvPr>
            <p:cNvSpPr/>
            <p:nvPr/>
          </p:nvSpPr>
          <p:spPr>
            <a:xfrm rot="6900000" flipV="1">
              <a:off x="4702632" y="5043565"/>
              <a:ext cx="151031" cy="202039"/>
            </a:xfrm>
            <a:custGeom>
              <a:avLst/>
              <a:gdLst>
                <a:gd name="connsiteX0" fmla="*/ 233368 w 404644"/>
                <a:gd name="connsiteY0" fmla="*/ 30201 h 541305"/>
                <a:gd name="connsiteX1" fmla="*/ 0 w 404644"/>
                <a:gd name="connsiteY1" fmla="*/ 530660 h 541305"/>
                <a:gd name="connsiteX2" fmla="*/ 152229 w 404644"/>
                <a:gd name="connsiteY2" fmla="*/ 541305 h 541305"/>
                <a:gd name="connsiteX3" fmla="*/ 404644 w 404644"/>
                <a:gd name="connsiteY3" fmla="*/ 0 h 541305"/>
                <a:gd name="connsiteX4" fmla="*/ 233368 w 404644"/>
                <a:gd name="connsiteY4" fmla="*/ 30201 h 5413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04644" h="541305">
                  <a:moveTo>
                    <a:pt x="233368" y="30201"/>
                  </a:moveTo>
                  <a:lnTo>
                    <a:pt x="0" y="530660"/>
                  </a:lnTo>
                  <a:lnTo>
                    <a:pt x="152229" y="541305"/>
                  </a:lnTo>
                  <a:lnTo>
                    <a:pt x="404644" y="0"/>
                  </a:lnTo>
                  <a:lnTo>
                    <a:pt x="233368" y="30201"/>
                  </a:lnTo>
                  <a:close/>
                </a:path>
              </a:pathLst>
            </a:custGeom>
            <a:gradFill>
              <a:gsLst>
                <a:gs pos="8000">
                  <a:srgbClr val="A5A5A5"/>
                </a:gs>
                <a:gs pos="50000">
                  <a:srgbClr val="A5A5A5">
                    <a:lumMod val="65000"/>
                    <a:lumOff val="35000"/>
                  </a:srgbClr>
                </a:gs>
                <a:gs pos="100000">
                  <a:srgbClr val="A5A5A5">
                    <a:lumMod val="75000"/>
                    <a:lumOff val="25000"/>
                  </a:srgbClr>
                </a:gs>
              </a:gsLst>
              <a:lin ang="12000000" scaled="0"/>
            </a:gradFill>
            <a:ln w="12700" cap="flat" cmpd="sng" algn="ctr">
              <a:noFill/>
              <a:prstDash val="solid"/>
              <a:miter lim="800000"/>
            </a:ln>
            <a:effectLst/>
            <a:scene3d>
              <a:camera prst="orthographicFront"/>
              <a:lightRig rig="harsh" dir="t"/>
            </a:scene3d>
            <a:sp3d extrusionH="12700" prstMaterial="metal">
              <a:bevelT w="38100" h="25400"/>
            </a:sp3d>
          </p:spPr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45" name="Freeform 135">
              <a:extLst>
                <a:ext uri="{FF2B5EF4-FFF2-40B4-BE49-F238E27FC236}">
                  <a16:creationId xmlns:a16="http://schemas.microsoft.com/office/drawing/2014/main" id="{E67894D5-44EF-F8E3-589E-052AA69A8095}"/>
                </a:ext>
              </a:extLst>
            </p:cNvPr>
            <p:cNvSpPr/>
            <p:nvPr/>
          </p:nvSpPr>
          <p:spPr>
            <a:xfrm rot="6900000" flipV="1">
              <a:off x="4930884" y="5052507"/>
              <a:ext cx="140056" cy="182478"/>
            </a:xfrm>
            <a:custGeom>
              <a:avLst/>
              <a:gdLst>
                <a:gd name="connsiteX0" fmla="*/ 223012 w 375241"/>
                <a:gd name="connsiteY0" fmla="*/ 0 h 488896"/>
                <a:gd name="connsiteX1" fmla="*/ 0 w 375241"/>
                <a:gd name="connsiteY1" fmla="*/ 478251 h 488896"/>
                <a:gd name="connsiteX2" fmla="*/ 152229 w 375241"/>
                <a:gd name="connsiteY2" fmla="*/ 488896 h 488896"/>
                <a:gd name="connsiteX3" fmla="*/ 375241 w 375241"/>
                <a:gd name="connsiteY3" fmla="*/ 10645 h 488896"/>
                <a:gd name="connsiteX4" fmla="*/ 223012 w 375241"/>
                <a:gd name="connsiteY4" fmla="*/ 0 h 488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75241" h="488896">
                  <a:moveTo>
                    <a:pt x="223012" y="0"/>
                  </a:moveTo>
                  <a:lnTo>
                    <a:pt x="0" y="478251"/>
                  </a:lnTo>
                  <a:lnTo>
                    <a:pt x="152229" y="488896"/>
                  </a:lnTo>
                  <a:lnTo>
                    <a:pt x="375241" y="10645"/>
                  </a:lnTo>
                  <a:lnTo>
                    <a:pt x="223012" y="0"/>
                  </a:lnTo>
                  <a:close/>
                </a:path>
              </a:pathLst>
            </a:custGeom>
            <a:gradFill>
              <a:gsLst>
                <a:gs pos="8000">
                  <a:srgbClr val="A5A5A5"/>
                </a:gs>
                <a:gs pos="50000">
                  <a:srgbClr val="A5A5A5">
                    <a:lumMod val="65000"/>
                    <a:lumOff val="35000"/>
                  </a:srgbClr>
                </a:gs>
                <a:gs pos="100000">
                  <a:srgbClr val="A5A5A5">
                    <a:lumMod val="75000"/>
                    <a:lumOff val="25000"/>
                  </a:srgbClr>
                </a:gs>
              </a:gsLst>
              <a:lin ang="12000000" scaled="0"/>
            </a:gradFill>
            <a:ln w="12700" cap="flat" cmpd="sng" algn="ctr">
              <a:noFill/>
              <a:prstDash val="solid"/>
              <a:miter lim="800000"/>
            </a:ln>
            <a:effectLst/>
            <a:scene3d>
              <a:camera prst="orthographicFront"/>
              <a:lightRig rig="harsh" dir="t"/>
            </a:scene3d>
            <a:sp3d extrusionH="12700" prstMaterial="metal">
              <a:bevelT w="38100" h="25400"/>
            </a:sp3d>
          </p:spPr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46" name="Freeform 136">
              <a:extLst>
                <a:ext uri="{FF2B5EF4-FFF2-40B4-BE49-F238E27FC236}">
                  <a16:creationId xmlns:a16="http://schemas.microsoft.com/office/drawing/2014/main" id="{53820BD1-46CC-F49F-52B3-531C42A96E1E}"/>
                </a:ext>
              </a:extLst>
            </p:cNvPr>
            <p:cNvSpPr/>
            <p:nvPr/>
          </p:nvSpPr>
          <p:spPr>
            <a:xfrm rot="6900000" flipV="1">
              <a:off x="5148733" y="5045784"/>
              <a:ext cx="144341" cy="199038"/>
            </a:xfrm>
            <a:custGeom>
              <a:avLst/>
              <a:gdLst>
                <a:gd name="connsiteX0" fmla="*/ 234490 w 386719"/>
                <a:gd name="connsiteY0" fmla="*/ 0 h 533265"/>
                <a:gd name="connsiteX1" fmla="*/ 0 w 386719"/>
                <a:gd name="connsiteY1" fmla="*/ 502865 h 533265"/>
                <a:gd name="connsiteX2" fmla="*/ 143017 w 386719"/>
                <a:gd name="connsiteY2" fmla="*/ 533265 h 533265"/>
                <a:gd name="connsiteX3" fmla="*/ 386719 w 386719"/>
                <a:gd name="connsiteY3" fmla="*/ 10644 h 533265"/>
                <a:gd name="connsiteX4" fmla="*/ 234490 w 386719"/>
                <a:gd name="connsiteY4" fmla="*/ 0 h 5332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6719" h="533265">
                  <a:moveTo>
                    <a:pt x="234490" y="0"/>
                  </a:moveTo>
                  <a:lnTo>
                    <a:pt x="0" y="502865"/>
                  </a:lnTo>
                  <a:lnTo>
                    <a:pt x="143017" y="533265"/>
                  </a:lnTo>
                  <a:lnTo>
                    <a:pt x="386719" y="10644"/>
                  </a:lnTo>
                  <a:lnTo>
                    <a:pt x="234490" y="0"/>
                  </a:lnTo>
                  <a:close/>
                </a:path>
              </a:pathLst>
            </a:custGeom>
            <a:gradFill>
              <a:gsLst>
                <a:gs pos="8000">
                  <a:srgbClr val="A5A5A5"/>
                </a:gs>
                <a:gs pos="50000">
                  <a:srgbClr val="A5A5A5">
                    <a:lumMod val="65000"/>
                    <a:lumOff val="35000"/>
                  </a:srgbClr>
                </a:gs>
                <a:gs pos="100000">
                  <a:srgbClr val="A5A5A5">
                    <a:lumMod val="75000"/>
                    <a:lumOff val="25000"/>
                  </a:srgbClr>
                </a:gs>
              </a:gsLst>
              <a:lin ang="12000000" scaled="0"/>
            </a:gradFill>
            <a:ln w="12700" cap="flat" cmpd="sng" algn="ctr">
              <a:noFill/>
              <a:prstDash val="solid"/>
              <a:miter lim="800000"/>
            </a:ln>
            <a:effectLst/>
            <a:scene3d>
              <a:camera prst="orthographicFront"/>
              <a:lightRig rig="harsh" dir="t"/>
            </a:scene3d>
            <a:sp3d extrusionH="12700" prstMaterial="metal">
              <a:bevelT w="38100" h="25400"/>
            </a:sp3d>
          </p:spPr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47" name="Freeform 137">
              <a:extLst>
                <a:ext uri="{FF2B5EF4-FFF2-40B4-BE49-F238E27FC236}">
                  <a16:creationId xmlns:a16="http://schemas.microsoft.com/office/drawing/2014/main" id="{FCD0E8CA-5F0B-A79F-8EFB-ED76525A576A}"/>
                </a:ext>
              </a:extLst>
            </p:cNvPr>
            <p:cNvSpPr/>
            <p:nvPr/>
          </p:nvSpPr>
          <p:spPr>
            <a:xfrm rot="6900000" flipV="1">
              <a:off x="4650006" y="5105657"/>
              <a:ext cx="175609" cy="224929"/>
            </a:xfrm>
            <a:custGeom>
              <a:avLst/>
              <a:gdLst>
                <a:gd name="connsiteX0" fmla="*/ 257305 w 470494"/>
                <a:gd name="connsiteY0" fmla="*/ 37591 h 602633"/>
                <a:gd name="connsiteX1" fmla="*/ 0 w 470494"/>
                <a:gd name="connsiteY1" fmla="*/ 589383 h 602633"/>
                <a:gd name="connsiteX2" fmla="*/ 189482 w 470494"/>
                <a:gd name="connsiteY2" fmla="*/ 602633 h 602633"/>
                <a:gd name="connsiteX3" fmla="*/ 470494 w 470494"/>
                <a:gd name="connsiteY3" fmla="*/ 0 h 602633"/>
                <a:gd name="connsiteX4" fmla="*/ 257305 w 470494"/>
                <a:gd name="connsiteY4" fmla="*/ 37591 h 6026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70494" h="602633">
                  <a:moveTo>
                    <a:pt x="257305" y="37591"/>
                  </a:moveTo>
                  <a:lnTo>
                    <a:pt x="0" y="589383"/>
                  </a:lnTo>
                  <a:lnTo>
                    <a:pt x="189482" y="602633"/>
                  </a:lnTo>
                  <a:lnTo>
                    <a:pt x="470494" y="0"/>
                  </a:lnTo>
                  <a:lnTo>
                    <a:pt x="257305" y="37591"/>
                  </a:lnTo>
                  <a:close/>
                </a:path>
              </a:pathLst>
            </a:custGeom>
            <a:gradFill>
              <a:gsLst>
                <a:gs pos="8000">
                  <a:srgbClr val="A5A5A5"/>
                </a:gs>
                <a:gs pos="50000">
                  <a:srgbClr val="A5A5A5">
                    <a:lumMod val="65000"/>
                    <a:lumOff val="35000"/>
                  </a:srgbClr>
                </a:gs>
                <a:gs pos="100000">
                  <a:srgbClr val="A5A5A5">
                    <a:lumMod val="75000"/>
                    <a:lumOff val="25000"/>
                  </a:srgbClr>
                </a:gs>
              </a:gsLst>
              <a:lin ang="12000000" scaled="0"/>
            </a:gradFill>
            <a:ln w="12700" cap="flat" cmpd="sng" algn="ctr">
              <a:noFill/>
              <a:prstDash val="solid"/>
              <a:miter lim="800000"/>
            </a:ln>
            <a:effectLst/>
            <a:scene3d>
              <a:camera prst="orthographicFront"/>
              <a:lightRig rig="harsh" dir="t"/>
            </a:scene3d>
            <a:sp3d extrusionH="12700" prstMaterial="metal">
              <a:bevelT w="38100" h="25400"/>
            </a:sp3d>
          </p:spPr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48" name="Freeform 138">
              <a:extLst>
                <a:ext uri="{FF2B5EF4-FFF2-40B4-BE49-F238E27FC236}">
                  <a16:creationId xmlns:a16="http://schemas.microsoft.com/office/drawing/2014/main" id="{22E7A1A7-0880-CB4D-F1E1-351A6DB035FB}"/>
                </a:ext>
              </a:extLst>
            </p:cNvPr>
            <p:cNvSpPr/>
            <p:nvPr/>
          </p:nvSpPr>
          <p:spPr>
            <a:xfrm rot="6900000" flipV="1">
              <a:off x="4895782" y="5125353"/>
              <a:ext cx="153961" cy="183450"/>
            </a:xfrm>
            <a:custGeom>
              <a:avLst/>
              <a:gdLst>
                <a:gd name="connsiteX0" fmla="*/ 223012 w 412495"/>
                <a:gd name="connsiteY0" fmla="*/ 0 h 491500"/>
                <a:gd name="connsiteX1" fmla="*/ 0 w 412495"/>
                <a:gd name="connsiteY1" fmla="*/ 478251 h 491500"/>
                <a:gd name="connsiteX2" fmla="*/ 189483 w 412495"/>
                <a:gd name="connsiteY2" fmla="*/ 491500 h 491500"/>
                <a:gd name="connsiteX3" fmla="*/ 412495 w 412495"/>
                <a:gd name="connsiteY3" fmla="*/ 13249 h 491500"/>
                <a:gd name="connsiteX4" fmla="*/ 223012 w 412495"/>
                <a:gd name="connsiteY4" fmla="*/ 0 h 491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12495" h="491500">
                  <a:moveTo>
                    <a:pt x="223012" y="0"/>
                  </a:moveTo>
                  <a:lnTo>
                    <a:pt x="0" y="478251"/>
                  </a:lnTo>
                  <a:lnTo>
                    <a:pt x="189483" y="491500"/>
                  </a:lnTo>
                  <a:lnTo>
                    <a:pt x="412495" y="13249"/>
                  </a:lnTo>
                  <a:lnTo>
                    <a:pt x="223012" y="0"/>
                  </a:lnTo>
                  <a:close/>
                </a:path>
              </a:pathLst>
            </a:custGeom>
            <a:gradFill>
              <a:gsLst>
                <a:gs pos="8000">
                  <a:srgbClr val="A5A5A5"/>
                </a:gs>
                <a:gs pos="50000">
                  <a:srgbClr val="A5A5A5">
                    <a:lumMod val="65000"/>
                    <a:lumOff val="35000"/>
                  </a:srgbClr>
                </a:gs>
                <a:gs pos="100000">
                  <a:srgbClr val="A5A5A5">
                    <a:lumMod val="75000"/>
                    <a:lumOff val="25000"/>
                  </a:srgbClr>
                </a:gs>
              </a:gsLst>
              <a:lin ang="12000000" scaled="0"/>
            </a:gradFill>
            <a:ln w="12700" cap="flat" cmpd="sng" algn="ctr">
              <a:noFill/>
              <a:prstDash val="solid"/>
              <a:miter lim="800000"/>
            </a:ln>
            <a:effectLst/>
            <a:scene3d>
              <a:camera prst="orthographicFront"/>
              <a:lightRig rig="harsh" dir="t"/>
            </a:scene3d>
            <a:sp3d extrusionH="12700" prstMaterial="metal">
              <a:bevelT w="38100" h="25400"/>
            </a:sp3d>
          </p:spPr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49" name="Freeform 139">
              <a:extLst>
                <a:ext uri="{FF2B5EF4-FFF2-40B4-BE49-F238E27FC236}">
                  <a16:creationId xmlns:a16="http://schemas.microsoft.com/office/drawing/2014/main" id="{892B7E61-618D-6D3D-03EF-88E27D24B98B}"/>
                </a:ext>
              </a:extLst>
            </p:cNvPr>
            <p:cNvSpPr/>
            <p:nvPr/>
          </p:nvSpPr>
          <p:spPr>
            <a:xfrm rot="6900000" flipV="1">
              <a:off x="5117400" y="5113476"/>
              <a:ext cx="162566" cy="211081"/>
            </a:xfrm>
            <a:custGeom>
              <a:avLst/>
              <a:gdLst>
                <a:gd name="connsiteX0" fmla="*/ 246067 w 435549"/>
                <a:gd name="connsiteY0" fmla="*/ 0 h 565530"/>
                <a:gd name="connsiteX1" fmla="*/ 0 w 435549"/>
                <a:gd name="connsiteY1" fmla="*/ 527691 h 565530"/>
                <a:gd name="connsiteX2" fmla="*/ 178017 w 435549"/>
                <a:gd name="connsiteY2" fmla="*/ 565530 h 565530"/>
                <a:gd name="connsiteX3" fmla="*/ 435549 w 435549"/>
                <a:gd name="connsiteY3" fmla="*/ 13249 h 565530"/>
                <a:gd name="connsiteX4" fmla="*/ 246067 w 435549"/>
                <a:gd name="connsiteY4" fmla="*/ 0 h 5655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35549" h="565530">
                  <a:moveTo>
                    <a:pt x="246067" y="0"/>
                  </a:moveTo>
                  <a:lnTo>
                    <a:pt x="0" y="527691"/>
                  </a:lnTo>
                  <a:lnTo>
                    <a:pt x="178017" y="565530"/>
                  </a:lnTo>
                  <a:lnTo>
                    <a:pt x="435549" y="13249"/>
                  </a:lnTo>
                  <a:lnTo>
                    <a:pt x="246067" y="0"/>
                  </a:lnTo>
                  <a:close/>
                </a:path>
              </a:pathLst>
            </a:custGeom>
            <a:gradFill>
              <a:gsLst>
                <a:gs pos="8000">
                  <a:srgbClr val="A5A5A5"/>
                </a:gs>
                <a:gs pos="50000">
                  <a:srgbClr val="A5A5A5">
                    <a:lumMod val="65000"/>
                    <a:lumOff val="35000"/>
                  </a:srgbClr>
                </a:gs>
                <a:gs pos="100000">
                  <a:srgbClr val="A5A5A5">
                    <a:lumMod val="75000"/>
                    <a:lumOff val="25000"/>
                  </a:srgbClr>
                </a:gs>
              </a:gsLst>
              <a:lin ang="12000000" scaled="0"/>
            </a:gradFill>
            <a:ln w="12700" cap="flat" cmpd="sng" algn="ctr">
              <a:noFill/>
              <a:prstDash val="solid"/>
              <a:miter lim="800000"/>
            </a:ln>
            <a:effectLst/>
            <a:scene3d>
              <a:camera prst="orthographicFront"/>
              <a:lightRig rig="harsh" dir="t"/>
            </a:scene3d>
            <a:sp3d extrusionH="12700" prstMaterial="metal">
              <a:bevelT w="38100" h="25400"/>
            </a:sp3d>
          </p:spPr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50" name="Freeform 140">
              <a:extLst>
                <a:ext uri="{FF2B5EF4-FFF2-40B4-BE49-F238E27FC236}">
                  <a16:creationId xmlns:a16="http://schemas.microsoft.com/office/drawing/2014/main" id="{C603F32A-DC5D-A9AA-A0B8-3FAA74A33F36}"/>
                </a:ext>
              </a:extLst>
            </p:cNvPr>
            <p:cNvSpPr/>
            <p:nvPr/>
          </p:nvSpPr>
          <p:spPr>
            <a:xfrm rot="6900000" flipV="1">
              <a:off x="4576944" y="5183224"/>
              <a:ext cx="213898" cy="251315"/>
            </a:xfrm>
            <a:custGeom>
              <a:avLst/>
              <a:gdLst>
                <a:gd name="connsiteX0" fmla="*/ 154870 w 313715"/>
                <a:gd name="connsiteY0" fmla="*/ 26552 h 368592"/>
                <a:gd name="connsiteX1" fmla="*/ 0 w 313715"/>
                <a:gd name="connsiteY1" fmla="*/ 358675 h 368592"/>
                <a:gd name="connsiteX2" fmla="*/ 141838 w 313715"/>
                <a:gd name="connsiteY2" fmla="*/ 368592 h 368592"/>
                <a:gd name="connsiteX3" fmla="*/ 313715 w 313715"/>
                <a:gd name="connsiteY3" fmla="*/ 0 h 368592"/>
                <a:gd name="connsiteX4" fmla="*/ 154870 w 313715"/>
                <a:gd name="connsiteY4" fmla="*/ 26552 h 3685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13715" h="368592">
                  <a:moveTo>
                    <a:pt x="154870" y="26552"/>
                  </a:moveTo>
                  <a:lnTo>
                    <a:pt x="0" y="358675"/>
                  </a:lnTo>
                  <a:lnTo>
                    <a:pt x="141838" y="368592"/>
                  </a:lnTo>
                  <a:lnTo>
                    <a:pt x="313715" y="0"/>
                  </a:lnTo>
                  <a:lnTo>
                    <a:pt x="154870" y="26552"/>
                  </a:lnTo>
                  <a:close/>
                </a:path>
              </a:pathLst>
            </a:custGeom>
            <a:gradFill>
              <a:gsLst>
                <a:gs pos="8000">
                  <a:srgbClr val="A5A5A5"/>
                </a:gs>
                <a:gs pos="50000">
                  <a:srgbClr val="A5A5A5">
                    <a:lumMod val="65000"/>
                    <a:lumOff val="35000"/>
                  </a:srgbClr>
                </a:gs>
                <a:gs pos="100000">
                  <a:srgbClr val="A5A5A5">
                    <a:lumMod val="75000"/>
                    <a:lumOff val="25000"/>
                  </a:srgbClr>
                </a:gs>
              </a:gsLst>
              <a:lin ang="12000000" scaled="0"/>
            </a:gradFill>
            <a:ln w="12700" cap="flat" cmpd="sng" algn="ctr">
              <a:noFill/>
              <a:prstDash val="solid"/>
              <a:miter lim="800000"/>
            </a:ln>
            <a:effectLst/>
            <a:scene3d>
              <a:camera prst="orthographicFront"/>
              <a:lightRig rig="harsh" dir="t"/>
            </a:scene3d>
            <a:sp3d extrusionH="12700" prstMaterial="metal">
              <a:bevelT w="38100" h="25400"/>
            </a:sp3d>
          </p:spPr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51" name="Freeform 141">
              <a:extLst>
                <a:ext uri="{FF2B5EF4-FFF2-40B4-BE49-F238E27FC236}">
                  <a16:creationId xmlns:a16="http://schemas.microsoft.com/office/drawing/2014/main" id="{9FF2694B-73D7-4496-089E-85D2DB47C426}"/>
                </a:ext>
              </a:extLst>
            </p:cNvPr>
            <p:cNvSpPr/>
            <p:nvPr/>
          </p:nvSpPr>
          <p:spPr>
            <a:xfrm rot="6900000" flipV="1">
              <a:off x="4847474" y="5216441"/>
              <a:ext cx="179946" cy="185267"/>
            </a:xfrm>
            <a:custGeom>
              <a:avLst/>
              <a:gdLst>
                <a:gd name="connsiteX0" fmla="*/ 223013 w 482114"/>
                <a:gd name="connsiteY0" fmla="*/ 0 h 496370"/>
                <a:gd name="connsiteX1" fmla="*/ 0 w 482114"/>
                <a:gd name="connsiteY1" fmla="*/ 478251 h 496370"/>
                <a:gd name="connsiteX2" fmla="*/ 259102 w 482114"/>
                <a:gd name="connsiteY2" fmla="*/ 496370 h 496370"/>
                <a:gd name="connsiteX3" fmla="*/ 482114 w 482114"/>
                <a:gd name="connsiteY3" fmla="*/ 18119 h 496370"/>
                <a:gd name="connsiteX4" fmla="*/ 223013 w 482114"/>
                <a:gd name="connsiteY4" fmla="*/ 0 h 4963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82114" h="496370">
                  <a:moveTo>
                    <a:pt x="223013" y="0"/>
                  </a:moveTo>
                  <a:lnTo>
                    <a:pt x="0" y="478251"/>
                  </a:lnTo>
                  <a:lnTo>
                    <a:pt x="259102" y="496370"/>
                  </a:lnTo>
                  <a:lnTo>
                    <a:pt x="482114" y="18119"/>
                  </a:lnTo>
                  <a:lnTo>
                    <a:pt x="223013" y="0"/>
                  </a:lnTo>
                  <a:close/>
                </a:path>
              </a:pathLst>
            </a:custGeom>
            <a:gradFill>
              <a:gsLst>
                <a:gs pos="8000">
                  <a:srgbClr val="A5A5A5"/>
                </a:gs>
                <a:gs pos="50000">
                  <a:srgbClr val="A5A5A5">
                    <a:lumMod val="65000"/>
                    <a:lumOff val="35000"/>
                  </a:srgbClr>
                </a:gs>
                <a:gs pos="100000">
                  <a:srgbClr val="A5A5A5">
                    <a:lumMod val="75000"/>
                    <a:lumOff val="25000"/>
                  </a:srgbClr>
                </a:gs>
              </a:gsLst>
              <a:lin ang="12000000" scaled="0"/>
            </a:gradFill>
            <a:ln w="12700" cap="flat" cmpd="sng" algn="ctr">
              <a:noFill/>
              <a:prstDash val="solid"/>
              <a:miter lim="800000"/>
            </a:ln>
            <a:effectLst/>
            <a:scene3d>
              <a:camera prst="orthographicFront"/>
              <a:lightRig rig="harsh" dir="t"/>
            </a:scene3d>
            <a:sp3d extrusionH="12700" prstMaterial="metal">
              <a:bevelT w="38100" h="25400"/>
            </a:sp3d>
          </p:spPr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52" name="Freeform 142">
              <a:extLst>
                <a:ext uri="{FF2B5EF4-FFF2-40B4-BE49-F238E27FC236}">
                  <a16:creationId xmlns:a16="http://schemas.microsoft.com/office/drawing/2014/main" id="{43E3CA19-0714-0FE7-8388-33297BE8CC15}"/>
                </a:ext>
              </a:extLst>
            </p:cNvPr>
            <p:cNvSpPr/>
            <p:nvPr/>
          </p:nvSpPr>
          <p:spPr>
            <a:xfrm rot="6900000" flipV="1">
              <a:off x="5074148" y="5198057"/>
              <a:ext cx="193713" cy="227342"/>
            </a:xfrm>
            <a:custGeom>
              <a:avLst/>
              <a:gdLst>
                <a:gd name="connsiteX0" fmla="*/ 259898 w 519000"/>
                <a:gd name="connsiteY0" fmla="*/ 0 h 609094"/>
                <a:gd name="connsiteX1" fmla="*/ 0 w 519000"/>
                <a:gd name="connsiteY1" fmla="*/ 557352 h 609094"/>
                <a:gd name="connsiteX2" fmla="*/ 243423 w 519000"/>
                <a:gd name="connsiteY2" fmla="*/ 609094 h 609094"/>
                <a:gd name="connsiteX3" fmla="*/ 519000 w 519000"/>
                <a:gd name="connsiteY3" fmla="*/ 18119 h 609094"/>
                <a:gd name="connsiteX4" fmla="*/ 259898 w 519000"/>
                <a:gd name="connsiteY4" fmla="*/ 0 h 6090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19000" h="609094">
                  <a:moveTo>
                    <a:pt x="259898" y="0"/>
                  </a:moveTo>
                  <a:lnTo>
                    <a:pt x="0" y="557352"/>
                  </a:lnTo>
                  <a:lnTo>
                    <a:pt x="243423" y="609094"/>
                  </a:lnTo>
                  <a:lnTo>
                    <a:pt x="519000" y="18119"/>
                  </a:lnTo>
                  <a:lnTo>
                    <a:pt x="259898" y="0"/>
                  </a:lnTo>
                  <a:close/>
                </a:path>
              </a:pathLst>
            </a:custGeom>
            <a:gradFill>
              <a:gsLst>
                <a:gs pos="8000">
                  <a:srgbClr val="A5A5A5"/>
                </a:gs>
                <a:gs pos="50000">
                  <a:srgbClr val="A5A5A5">
                    <a:lumMod val="65000"/>
                    <a:lumOff val="35000"/>
                  </a:srgbClr>
                </a:gs>
                <a:gs pos="100000">
                  <a:srgbClr val="A5A5A5">
                    <a:lumMod val="75000"/>
                    <a:lumOff val="25000"/>
                  </a:srgbClr>
                </a:gs>
              </a:gsLst>
              <a:lin ang="12000000" scaled="0"/>
            </a:gradFill>
            <a:ln w="12700" cap="flat" cmpd="sng" algn="ctr">
              <a:noFill/>
              <a:prstDash val="solid"/>
              <a:miter lim="800000"/>
            </a:ln>
            <a:effectLst/>
            <a:scene3d>
              <a:camera prst="orthographicFront"/>
              <a:lightRig rig="harsh" dir="t"/>
            </a:scene3d>
            <a:sp3d extrusionH="12700" prstMaterial="metal">
              <a:bevelT w="38100" h="25400"/>
            </a:sp3d>
          </p:spPr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53" name="Freeform 143">
              <a:extLst>
                <a:ext uri="{FF2B5EF4-FFF2-40B4-BE49-F238E27FC236}">
                  <a16:creationId xmlns:a16="http://schemas.microsoft.com/office/drawing/2014/main" id="{54530F3B-2DCA-9270-6D2B-F6A277D8BEE6}"/>
                </a:ext>
              </a:extLst>
            </p:cNvPr>
            <p:cNvSpPr/>
            <p:nvPr/>
          </p:nvSpPr>
          <p:spPr>
            <a:xfrm rot="6900000" flipV="1">
              <a:off x="4475781" y="5314143"/>
              <a:ext cx="213664" cy="211806"/>
            </a:xfrm>
            <a:custGeom>
              <a:avLst/>
              <a:gdLst>
                <a:gd name="connsiteX0" fmla="*/ 264611 w 572451"/>
                <a:gd name="connsiteY0" fmla="*/ 0 h 567472"/>
                <a:gd name="connsiteX1" fmla="*/ 0 w 572451"/>
                <a:gd name="connsiteY1" fmla="*/ 567471 h 567472"/>
                <a:gd name="connsiteX2" fmla="*/ 307834 w 572451"/>
                <a:gd name="connsiteY2" fmla="*/ 567472 h 567472"/>
                <a:gd name="connsiteX3" fmla="*/ 572451 w 572451"/>
                <a:gd name="connsiteY3" fmla="*/ 0 h 567472"/>
                <a:gd name="connsiteX4" fmla="*/ 264611 w 572451"/>
                <a:gd name="connsiteY4" fmla="*/ 0 h 5674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2451" h="567472">
                  <a:moveTo>
                    <a:pt x="264611" y="0"/>
                  </a:moveTo>
                  <a:lnTo>
                    <a:pt x="0" y="567471"/>
                  </a:lnTo>
                  <a:lnTo>
                    <a:pt x="307834" y="567472"/>
                  </a:lnTo>
                  <a:lnTo>
                    <a:pt x="572451" y="0"/>
                  </a:lnTo>
                  <a:lnTo>
                    <a:pt x="264611" y="0"/>
                  </a:lnTo>
                  <a:close/>
                </a:path>
              </a:pathLst>
            </a:custGeom>
            <a:gradFill>
              <a:gsLst>
                <a:gs pos="8000">
                  <a:srgbClr val="A5A5A5"/>
                </a:gs>
                <a:gs pos="50000">
                  <a:srgbClr val="A5A5A5">
                    <a:lumMod val="65000"/>
                    <a:lumOff val="35000"/>
                  </a:srgbClr>
                </a:gs>
                <a:gs pos="100000">
                  <a:srgbClr val="A5A5A5">
                    <a:lumMod val="75000"/>
                    <a:lumOff val="25000"/>
                  </a:srgbClr>
                </a:gs>
              </a:gsLst>
              <a:lin ang="12000000" scaled="0"/>
            </a:gradFill>
            <a:ln w="12700" cap="flat" cmpd="sng" algn="ctr">
              <a:noFill/>
              <a:prstDash val="solid"/>
              <a:miter lim="800000"/>
            </a:ln>
            <a:effectLst/>
            <a:scene3d>
              <a:camera prst="orthographicFront"/>
              <a:lightRig rig="harsh" dir="t"/>
            </a:scene3d>
            <a:sp3d extrusionH="12700" prstMaterial="metal">
              <a:bevelT w="38100" h="25400"/>
            </a:sp3d>
          </p:spPr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54" name="Freeform 144">
              <a:extLst>
                <a:ext uri="{FF2B5EF4-FFF2-40B4-BE49-F238E27FC236}">
                  <a16:creationId xmlns:a16="http://schemas.microsoft.com/office/drawing/2014/main" id="{5543068B-3774-5300-D1C1-0BBCE03E3797}"/>
                </a:ext>
              </a:extLst>
            </p:cNvPr>
            <p:cNvSpPr/>
            <p:nvPr/>
          </p:nvSpPr>
          <p:spPr>
            <a:xfrm rot="6900000" flipV="1">
              <a:off x="4098967" y="4988533"/>
              <a:ext cx="135239" cy="180353"/>
            </a:xfrm>
            <a:custGeom>
              <a:avLst/>
              <a:gdLst>
                <a:gd name="connsiteX0" fmla="*/ 200961 w 362335"/>
                <a:gd name="connsiteY0" fmla="*/ 52239 h 483202"/>
                <a:gd name="connsiteX1" fmla="*/ 0 w 362335"/>
                <a:gd name="connsiteY1" fmla="*/ 483202 h 483202"/>
                <a:gd name="connsiteX2" fmla="*/ 149289 w 362335"/>
                <a:gd name="connsiteY2" fmla="*/ 456878 h 483202"/>
                <a:gd name="connsiteX3" fmla="*/ 362335 w 362335"/>
                <a:gd name="connsiteY3" fmla="*/ 0 h 483202"/>
                <a:gd name="connsiteX4" fmla="*/ 200961 w 362335"/>
                <a:gd name="connsiteY4" fmla="*/ 52239 h 4832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2335" h="483202">
                  <a:moveTo>
                    <a:pt x="200961" y="52239"/>
                  </a:moveTo>
                  <a:lnTo>
                    <a:pt x="0" y="483202"/>
                  </a:lnTo>
                  <a:lnTo>
                    <a:pt x="149289" y="456878"/>
                  </a:lnTo>
                  <a:lnTo>
                    <a:pt x="362335" y="0"/>
                  </a:lnTo>
                  <a:lnTo>
                    <a:pt x="200961" y="52239"/>
                  </a:lnTo>
                  <a:close/>
                </a:path>
              </a:pathLst>
            </a:custGeom>
            <a:gradFill>
              <a:gsLst>
                <a:gs pos="8000">
                  <a:srgbClr val="A5A5A5"/>
                </a:gs>
                <a:gs pos="50000">
                  <a:srgbClr val="A5A5A5">
                    <a:lumMod val="65000"/>
                    <a:lumOff val="35000"/>
                  </a:srgbClr>
                </a:gs>
                <a:gs pos="100000">
                  <a:srgbClr val="A5A5A5">
                    <a:lumMod val="75000"/>
                    <a:lumOff val="25000"/>
                  </a:srgbClr>
                </a:gs>
              </a:gsLst>
              <a:lin ang="12000000" scaled="0"/>
            </a:gradFill>
            <a:ln w="12700" cap="flat" cmpd="sng" algn="ctr">
              <a:noFill/>
              <a:prstDash val="solid"/>
              <a:miter lim="800000"/>
            </a:ln>
            <a:effectLst/>
            <a:scene3d>
              <a:camera prst="orthographicFront"/>
              <a:lightRig rig="harsh" dir="t"/>
            </a:scene3d>
            <a:sp3d extrusionH="12700" prstMaterial="metal">
              <a:bevelT w="38100" h="25400"/>
            </a:sp3d>
          </p:spPr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55" name="Freeform 145">
              <a:extLst>
                <a:ext uri="{FF2B5EF4-FFF2-40B4-BE49-F238E27FC236}">
                  <a16:creationId xmlns:a16="http://schemas.microsoft.com/office/drawing/2014/main" id="{FD4C5DD9-B41F-9FB8-FB59-DAD57F24AE90}"/>
                </a:ext>
              </a:extLst>
            </p:cNvPr>
            <p:cNvSpPr/>
            <p:nvPr/>
          </p:nvSpPr>
          <p:spPr>
            <a:xfrm rot="6900000" flipV="1">
              <a:off x="4309460" y="4979630"/>
              <a:ext cx="143542" cy="198157"/>
            </a:xfrm>
            <a:custGeom>
              <a:avLst/>
              <a:gdLst>
                <a:gd name="connsiteX0" fmla="*/ 235291 w 384580"/>
                <a:gd name="connsiteY0" fmla="*/ 26324 h 530907"/>
                <a:gd name="connsiteX1" fmla="*/ 0 w 384580"/>
                <a:gd name="connsiteY1" fmla="*/ 530907 h 530907"/>
                <a:gd name="connsiteX2" fmla="*/ 149289 w 384580"/>
                <a:gd name="connsiteY2" fmla="*/ 504583 h 530907"/>
                <a:gd name="connsiteX3" fmla="*/ 384580 w 384580"/>
                <a:gd name="connsiteY3" fmla="*/ 0 h 530907"/>
                <a:gd name="connsiteX4" fmla="*/ 235291 w 384580"/>
                <a:gd name="connsiteY4" fmla="*/ 26324 h 5309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4580" h="530907">
                  <a:moveTo>
                    <a:pt x="235291" y="26324"/>
                  </a:moveTo>
                  <a:lnTo>
                    <a:pt x="0" y="530907"/>
                  </a:lnTo>
                  <a:lnTo>
                    <a:pt x="149289" y="504583"/>
                  </a:lnTo>
                  <a:lnTo>
                    <a:pt x="384580" y="0"/>
                  </a:lnTo>
                  <a:lnTo>
                    <a:pt x="235291" y="26324"/>
                  </a:lnTo>
                  <a:close/>
                </a:path>
              </a:pathLst>
            </a:custGeom>
            <a:gradFill>
              <a:gsLst>
                <a:gs pos="8000">
                  <a:srgbClr val="A5A5A5"/>
                </a:gs>
                <a:gs pos="50000">
                  <a:srgbClr val="A5A5A5">
                    <a:lumMod val="65000"/>
                    <a:lumOff val="35000"/>
                  </a:srgbClr>
                </a:gs>
                <a:gs pos="100000">
                  <a:srgbClr val="A5A5A5">
                    <a:lumMod val="75000"/>
                    <a:lumOff val="25000"/>
                  </a:srgbClr>
                </a:gs>
              </a:gsLst>
              <a:lin ang="12000000" scaled="0"/>
            </a:gradFill>
            <a:ln w="12700" cap="flat" cmpd="sng" algn="ctr">
              <a:noFill/>
              <a:prstDash val="solid"/>
              <a:miter lim="800000"/>
            </a:ln>
            <a:effectLst/>
            <a:scene3d>
              <a:camera prst="orthographicFront"/>
              <a:lightRig rig="harsh" dir="t"/>
            </a:scene3d>
            <a:sp3d extrusionH="12700" prstMaterial="metal">
              <a:bevelT w="38100" h="25400"/>
            </a:sp3d>
          </p:spPr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56" name="Freeform 146">
              <a:extLst>
                <a:ext uri="{FF2B5EF4-FFF2-40B4-BE49-F238E27FC236}">
                  <a16:creationId xmlns:a16="http://schemas.microsoft.com/office/drawing/2014/main" id="{90FAFFF9-4D03-DEC9-3C7A-265FFED867EF}"/>
                </a:ext>
              </a:extLst>
            </p:cNvPr>
            <p:cNvSpPr/>
            <p:nvPr/>
          </p:nvSpPr>
          <p:spPr>
            <a:xfrm rot="6900000" flipV="1">
              <a:off x="4531811" y="4986842"/>
              <a:ext cx="136816" cy="183733"/>
            </a:xfrm>
            <a:custGeom>
              <a:avLst/>
              <a:gdLst>
                <a:gd name="connsiteX0" fmla="*/ 217270 w 366559"/>
                <a:gd name="connsiteY0" fmla="*/ 26325 h 492260"/>
                <a:gd name="connsiteX1" fmla="*/ 0 w 366559"/>
                <a:gd name="connsiteY1" fmla="*/ 492260 h 492260"/>
                <a:gd name="connsiteX2" fmla="*/ 149289 w 366559"/>
                <a:gd name="connsiteY2" fmla="*/ 465937 h 492260"/>
                <a:gd name="connsiteX3" fmla="*/ 366559 w 366559"/>
                <a:gd name="connsiteY3" fmla="*/ 0 h 492260"/>
                <a:gd name="connsiteX4" fmla="*/ 217270 w 366559"/>
                <a:gd name="connsiteY4" fmla="*/ 26325 h 4922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6559" h="492260">
                  <a:moveTo>
                    <a:pt x="217270" y="26325"/>
                  </a:moveTo>
                  <a:lnTo>
                    <a:pt x="0" y="492260"/>
                  </a:lnTo>
                  <a:lnTo>
                    <a:pt x="149289" y="465937"/>
                  </a:lnTo>
                  <a:lnTo>
                    <a:pt x="366559" y="0"/>
                  </a:lnTo>
                  <a:lnTo>
                    <a:pt x="217270" y="26325"/>
                  </a:lnTo>
                  <a:close/>
                </a:path>
              </a:pathLst>
            </a:custGeom>
            <a:gradFill>
              <a:gsLst>
                <a:gs pos="8000">
                  <a:srgbClr val="A5A5A5"/>
                </a:gs>
                <a:gs pos="50000">
                  <a:srgbClr val="A5A5A5">
                    <a:lumMod val="65000"/>
                    <a:lumOff val="35000"/>
                  </a:srgbClr>
                </a:gs>
                <a:gs pos="100000">
                  <a:srgbClr val="A5A5A5">
                    <a:lumMod val="75000"/>
                    <a:lumOff val="25000"/>
                  </a:srgbClr>
                </a:gs>
              </a:gsLst>
              <a:lin ang="12000000" scaled="0"/>
            </a:gradFill>
            <a:ln w="12700" cap="flat" cmpd="sng" algn="ctr">
              <a:noFill/>
              <a:prstDash val="solid"/>
              <a:miter lim="800000"/>
            </a:ln>
            <a:effectLst/>
            <a:scene3d>
              <a:camera prst="orthographicFront"/>
              <a:lightRig rig="harsh" dir="t"/>
            </a:scene3d>
            <a:sp3d extrusionH="12700" prstMaterial="metal">
              <a:bevelT w="38100" h="25400"/>
            </a:sp3d>
          </p:spPr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57" name="Freeform 147">
              <a:extLst>
                <a:ext uri="{FF2B5EF4-FFF2-40B4-BE49-F238E27FC236}">
                  <a16:creationId xmlns:a16="http://schemas.microsoft.com/office/drawing/2014/main" id="{0CDA481A-B955-A9F8-F3DE-301D7E7DF804}"/>
                </a:ext>
              </a:extLst>
            </p:cNvPr>
            <p:cNvSpPr/>
            <p:nvPr/>
          </p:nvSpPr>
          <p:spPr>
            <a:xfrm rot="6900000" flipV="1">
              <a:off x="4481544" y="5048409"/>
              <a:ext cx="146069" cy="187426"/>
            </a:xfrm>
            <a:custGeom>
              <a:avLst/>
              <a:gdLst>
                <a:gd name="connsiteX0" fmla="*/ 220075 w 391351"/>
                <a:gd name="connsiteY0" fmla="*/ 30200 h 502154"/>
                <a:gd name="connsiteX1" fmla="*/ 0 w 391351"/>
                <a:gd name="connsiteY1" fmla="*/ 502154 h 502154"/>
                <a:gd name="connsiteX2" fmla="*/ 171275 w 391351"/>
                <a:gd name="connsiteY2" fmla="*/ 471953 h 502154"/>
                <a:gd name="connsiteX3" fmla="*/ 391351 w 391351"/>
                <a:gd name="connsiteY3" fmla="*/ 0 h 502154"/>
                <a:gd name="connsiteX4" fmla="*/ 220075 w 391351"/>
                <a:gd name="connsiteY4" fmla="*/ 30200 h 5021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91351" h="502154">
                  <a:moveTo>
                    <a:pt x="220075" y="30200"/>
                  </a:moveTo>
                  <a:lnTo>
                    <a:pt x="0" y="502154"/>
                  </a:lnTo>
                  <a:lnTo>
                    <a:pt x="171275" y="471953"/>
                  </a:lnTo>
                  <a:lnTo>
                    <a:pt x="391351" y="0"/>
                  </a:lnTo>
                  <a:lnTo>
                    <a:pt x="220075" y="30200"/>
                  </a:lnTo>
                  <a:close/>
                </a:path>
              </a:pathLst>
            </a:custGeom>
            <a:gradFill>
              <a:gsLst>
                <a:gs pos="8000">
                  <a:srgbClr val="A5A5A5"/>
                </a:gs>
                <a:gs pos="50000">
                  <a:srgbClr val="A5A5A5">
                    <a:lumMod val="65000"/>
                    <a:lumOff val="35000"/>
                  </a:srgbClr>
                </a:gs>
                <a:gs pos="100000">
                  <a:srgbClr val="A5A5A5">
                    <a:lumMod val="75000"/>
                    <a:lumOff val="25000"/>
                  </a:srgbClr>
                </a:gs>
              </a:gsLst>
              <a:lin ang="12000000" scaled="0"/>
            </a:gradFill>
            <a:ln w="12700" cap="flat" cmpd="sng" algn="ctr">
              <a:noFill/>
              <a:prstDash val="solid"/>
              <a:miter lim="800000"/>
            </a:ln>
            <a:effectLst/>
            <a:scene3d>
              <a:camera prst="orthographicFront"/>
              <a:lightRig rig="harsh" dir="t"/>
            </a:scene3d>
            <a:sp3d extrusionH="12700" prstMaterial="metal">
              <a:bevelT w="38100" h="25400"/>
            </a:sp3d>
          </p:spPr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58" name="Freeform 148">
              <a:extLst>
                <a:ext uri="{FF2B5EF4-FFF2-40B4-BE49-F238E27FC236}">
                  <a16:creationId xmlns:a16="http://schemas.microsoft.com/office/drawing/2014/main" id="{4B68D1FE-BB58-1493-172D-CE2E8E7EB2E9}"/>
                </a:ext>
              </a:extLst>
            </p:cNvPr>
            <p:cNvSpPr/>
            <p:nvPr/>
          </p:nvSpPr>
          <p:spPr>
            <a:xfrm rot="6900000" flipV="1">
              <a:off x="4422373" y="5120362"/>
              <a:ext cx="161713" cy="190184"/>
            </a:xfrm>
            <a:custGeom>
              <a:avLst/>
              <a:gdLst>
                <a:gd name="connsiteX0" fmla="*/ 220076 w 433266"/>
                <a:gd name="connsiteY0" fmla="*/ 37591 h 509545"/>
                <a:gd name="connsiteX1" fmla="*/ 0 w 433266"/>
                <a:gd name="connsiteY1" fmla="*/ 509545 h 509545"/>
                <a:gd name="connsiteX2" fmla="*/ 213190 w 433266"/>
                <a:gd name="connsiteY2" fmla="*/ 471954 h 509545"/>
                <a:gd name="connsiteX3" fmla="*/ 433266 w 433266"/>
                <a:gd name="connsiteY3" fmla="*/ 0 h 509545"/>
                <a:gd name="connsiteX4" fmla="*/ 220076 w 433266"/>
                <a:gd name="connsiteY4" fmla="*/ 37591 h 5095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33266" h="509545">
                  <a:moveTo>
                    <a:pt x="220076" y="37591"/>
                  </a:moveTo>
                  <a:lnTo>
                    <a:pt x="0" y="509545"/>
                  </a:lnTo>
                  <a:lnTo>
                    <a:pt x="213190" y="471954"/>
                  </a:lnTo>
                  <a:lnTo>
                    <a:pt x="433266" y="0"/>
                  </a:lnTo>
                  <a:lnTo>
                    <a:pt x="220076" y="37591"/>
                  </a:lnTo>
                  <a:close/>
                </a:path>
              </a:pathLst>
            </a:custGeom>
            <a:gradFill>
              <a:gsLst>
                <a:gs pos="8000">
                  <a:srgbClr val="A5A5A5"/>
                </a:gs>
                <a:gs pos="50000">
                  <a:srgbClr val="A5A5A5">
                    <a:lumMod val="65000"/>
                    <a:lumOff val="35000"/>
                  </a:srgbClr>
                </a:gs>
                <a:gs pos="100000">
                  <a:srgbClr val="A5A5A5">
                    <a:lumMod val="75000"/>
                    <a:lumOff val="25000"/>
                  </a:srgbClr>
                </a:gs>
              </a:gsLst>
              <a:lin ang="12000000" scaled="0"/>
            </a:gradFill>
            <a:ln w="12700" cap="flat" cmpd="sng" algn="ctr">
              <a:noFill/>
              <a:prstDash val="solid"/>
              <a:miter lim="800000"/>
            </a:ln>
            <a:effectLst/>
            <a:scene3d>
              <a:camera prst="orthographicFront"/>
              <a:lightRig rig="harsh" dir="t"/>
            </a:scene3d>
            <a:sp3d extrusionH="12700" prstMaterial="metal">
              <a:bevelT w="38100" h="25400"/>
            </a:sp3d>
          </p:spPr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59" name="Freeform 149">
              <a:extLst>
                <a:ext uri="{FF2B5EF4-FFF2-40B4-BE49-F238E27FC236}">
                  <a16:creationId xmlns:a16="http://schemas.microsoft.com/office/drawing/2014/main" id="{B3B1ED6F-6204-8D38-CC53-D0D0377F81AD}"/>
                </a:ext>
              </a:extLst>
            </p:cNvPr>
            <p:cNvSpPr/>
            <p:nvPr/>
          </p:nvSpPr>
          <p:spPr>
            <a:xfrm rot="6900000" flipV="1">
              <a:off x="3871173" y="5186423"/>
              <a:ext cx="212735" cy="242059"/>
            </a:xfrm>
            <a:custGeom>
              <a:avLst/>
              <a:gdLst>
                <a:gd name="connsiteX0" fmla="*/ 254845 w 569963"/>
                <a:gd name="connsiteY0" fmla="*/ 102009 h 648527"/>
                <a:gd name="connsiteX1" fmla="*/ 0 w 569963"/>
                <a:gd name="connsiteY1" fmla="*/ 648527 h 648527"/>
                <a:gd name="connsiteX2" fmla="*/ 291520 w 569963"/>
                <a:gd name="connsiteY2" fmla="*/ 597124 h 648527"/>
                <a:gd name="connsiteX3" fmla="*/ 569963 w 569963"/>
                <a:gd name="connsiteY3" fmla="*/ 0 h 648527"/>
                <a:gd name="connsiteX4" fmla="*/ 254845 w 569963"/>
                <a:gd name="connsiteY4" fmla="*/ 102009 h 6485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69963" h="648527">
                  <a:moveTo>
                    <a:pt x="254845" y="102009"/>
                  </a:moveTo>
                  <a:lnTo>
                    <a:pt x="0" y="648527"/>
                  </a:lnTo>
                  <a:lnTo>
                    <a:pt x="291520" y="597124"/>
                  </a:lnTo>
                  <a:lnTo>
                    <a:pt x="569963" y="0"/>
                  </a:lnTo>
                  <a:lnTo>
                    <a:pt x="254845" y="102009"/>
                  </a:lnTo>
                  <a:close/>
                </a:path>
              </a:pathLst>
            </a:custGeom>
            <a:gradFill>
              <a:gsLst>
                <a:gs pos="8000">
                  <a:srgbClr val="A5A5A5"/>
                </a:gs>
                <a:gs pos="50000">
                  <a:srgbClr val="A5A5A5">
                    <a:lumMod val="65000"/>
                    <a:lumOff val="35000"/>
                  </a:srgbClr>
                </a:gs>
                <a:gs pos="100000">
                  <a:srgbClr val="A5A5A5">
                    <a:lumMod val="75000"/>
                    <a:lumOff val="25000"/>
                  </a:srgbClr>
                </a:gs>
              </a:gsLst>
              <a:lin ang="12000000" scaled="0"/>
            </a:gradFill>
            <a:ln w="12700" cap="flat" cmpd="sng" algn="ctr">
              <a:noFill/>
              <a:prstDash val="solid"/>
              <a:miter lim="800000"/>
            </a:ln>
            <a:effectLst/>
            <a:scene3d>
              <a:camera prst="orthographicFront"/>
              <a:lightRig rig="harsh" dir="t"/>
            </a:scene3d>
            <a:sp3d extrusionH="12700" prstMaterial="metal">
              <a:bevelT w="38100" h="25400"/>
            </a:sp3d>
          </p:spPr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60" name="Freeform 150">
              <a:extLst>
                <a:ext uri="{FF2B5EF4-FFF2-40B4-BE49-F238E27FC236}">
                  <a16:creationId xmlns:a16="http://schemas.microsoft.com/office/drawing/2014/main" id="{78A72090-2228-9D83-C7D9-82FF52BD2213}"/>
                </a:ext>
              </a:extLst>
            </p:cNvPr>
            <p:cNvSpPr/>
            <p:nvPr/>
          </p:nvSpPr>
          <p:spPr>
            <a:xfrm rot="6900000" flipV="1">
              <a:off x="4122748" y="5203692"/>
              <a:ext cx="196628" cy="207519"/>
            </a:xfrm>
            <a:custGeom>
              <a:avLst/>
              <a:gdLst>
                <a:gd name="connsiteX0" fmla="*/ 235290 w 526810"/>
                <a:gd name="connsiteY0" fmla="*/ 51403 h 555986"/>
                <a:gd name="connsiteX1" fmla="*/ 0 w 526810"/>
                <a:gd name="connsiteY1" fmla="*/ 555986 h 555986"/>
                <a:gd name="connsiteX2" fmla="*/ 280458 w 526810"/>
                <a:gd name="connsiteY2" fmla="*/ 506533 h 555986"/>
                <a:gd name="connsiteX3" fmla="*/ 278648 w 526810"/>
                <a:gd name="connsiteY3" fmla="*/ 532186 h 555986"/>
                <a:gd name="connsiteX4" fmla="*/ 526810 w 526810"/>
                <a:gd name="connsiteY4" fmla="*/ 0 h 555986"/>
                <a:gd name="connsiteX5" fmla="*/ 235290 w 526810"/>
                <a:gd name="connsiteY5" fmla="*/ 51403 h 555986"/>
                <a:gd name="connsiteX0" fmla="*/ 235290 w 526810"/>
                <a:gd name="connsiteY0" fmla="*/ 51403 h 555986"/>
                <a:gd name="connsiteX1" fmla="*/ 0 w 526810"/>
                <a:gd name="connsiteY1" fmla="*/ 555986 h 555986"/>
                <a:gd name="connsiteX2" fmla="*/ 280458 w 526810"/>
                <a:gd name="connsiteY2" fmla="*/ 506533 h 555986"/>
                <a:gd name="connsiteX3" fmla="*/ 526810 w 526810"/>
                <a:gd name="connsiteY3" fmla="*/ 0 h 555986"/>
                <a:gd name="connsiteX4" fmla="*/ 235290 w 526810"/>
                <a:gd name="connsiteY4" fmla="*/ 51403 h 555986"/>
                <a:gd name="connsiteX0" fmla="*/ 235290 w 526810"/>
                <a:gd name="connsiteY0" fmla="*/ 51403 h 555986"/>
                <a:gd name="connsiteX1" fmla="*/ 0 w 526810"/>
                <a:gd name="connsiteY1" fmla="*/ 555986 h 555986"/>
                <a:gd name="connsiteX2" fmla="*/ 289091 w 526810"/>
                <a:gd name="connsiteY2" fmla="*/ 510559 h 555986"/>
                <a:gd name="connsiteX3" fmla="*/ 526810 w 526810"/>
                <a:gd name="connsiteY3" fmla="*/ 0 h 555986"/>
                <a:gd name="connsiteX4" fmla="*/ 235290 w 526810"/>
                <a:gd name="connsiteY4" fmla="*/ 51403 h 5559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26810" h="555986">
                  <a:moveTo>
                    <a:pt x="235290" y="51403"/>
                  </a:moveTo>
                  <a:lnTo>
                    <a:pt x="0" y="555986"/>
                  </a:lnTo>
                  <a:lnTo>
                    <a:pt x="289091" y="510559"/>
                  </a:lnTo>
                  <a:lnTo>
                    <a:pt x="526810" y="0"/>
                  </a:lnTo>
                  <a:lnTo>
                    <a:pt x="235290" y="51403"/>
                  </a:lnTo>
                  <a:close/>
                </a:path>
              </a:pathLst>
            </a:custGeom>
            <a:gradFill>
              <a:gsLst>
                <a:gs pos="8000">
                  <a:srgbClr val="A5A5A5"/>
                </a:gs>
                <a:gs pos="50000">
                  <a:srgbClr val="A5A5A5">
                    <a:lumMod val="65000"/>
                    <a:lumOff val="35000"/>
                  </a:srgbClr>
                </a:gs>
                <a:gs pos="100000">
                  <a:srgbClr val="A5A5A5">
                    <a:lumMod val="75000"/>
                    <a:lumOff val="25000"/>
                  </a:srgbClr>
                </a:gs>
              </a:gsLst>
              <a:lin ang="12000000" scaled="0"/>
            </a:gradFill>
            <a:ln w="12700" cap="flat" cmpd="sng" algn="ctr">
              <a:noFill/>
              <a:prstDash val="solid"/>
              <a:miter lim="800000"/>
            </a:ln>
            <a:effectLst/>
            <a:scene3d>
              <a:camera prst="orthographicFront"/>
              <a:lightRig rig="harsh" dir="t"/>
            </a:scene3d>
            <a:sp3d extrusionH="12700" prstMaterial="metal">
              <a:bevelT w="38100" h="25400"/>
            </a:sp3d>
          </p:spPr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61" name="Freeform 151">
              <a:extLst>
                <a:ext uri="{FF2B5EF4-FFF2-40B4-BE49-F238E27FC236}">
                  <a16:creationId xmlns:a16="http://schemas.microsoft.com/office/drawing/2014/main" id="{FDC4E5C1-6F0A-1B5E-A287-AE8E4584CE81}"/>
                </a:ext>
              </a:extLst>
            </p:cNvPr>
            <p:cNvSpPr/>
            <p:nvPr/>
          </p:nvSpPr>
          <p:spPr>
            <a:xfrm rot="6900000" flipV="1">
              <a:off x="4342360" y="5211316"/>
              <a:ext cx="189519" cy="192273"/>
            </a:xfrm>
            <a:custGeom>
              <a:avLst/>
              <a:gdLst>
                <a:gd name="connsiteX0" fmla="*/ 118375 w 277959"/>
                <a:gd name="connsiteY0" fmla="*/ 28139 h 281998"/>
                <a:gd name="connsiteX1" fmla="*/ 0 w 277959"/>
                <a:gd name="connsiteY1" fmla="*/ 281998 h 281998"/>
                <a:gd name="connsiteX2" fmla="*/ 158843 w 277959"/>
                <a:gd name="connsiteY2" fmla="*/ 255446 h 281998"/>
                <a:gd name="connsiteX3" fmla="*/ 277959 w 277959"/>
                <a:gd name="connsiteY3" fmla="*/ 0 h 281998"/>
                <a:gd name="connsiteX4" fmla="*/ 118375 w 277959"/>
                <a:gd name="connsiteY4" fmla="*/ 28139 h 2819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77959" h="281998">
                  <a:moveTo>
                    <a:pt x="118375" y="28139"/>
                  </a:moveTo>
                  <a:lnTo>
                    <a:pt x="0" y="281998"/>
                  </a:lnTo>
                  <a:lnTo>
                    <a:pt x="158843" y="255446"/>
                  </a:lnTo>
                  <a:lnTo>
                    <a:pt x="277959" y="0"/>
                  </a:lnTo>
                  <a:lnTo>
                    <a:pt x="118375" y="28139"/>
                  </a:lnTo>
                  <a:close/>
                </a:path>
              </a:pathLst>
            </a:custGeom>
            <a:gradFill>
              <a:gsLst>
                <a:gs pos="8000">
                  <a:srgbClr val="A5A5A5"/>
                </a:gs>
                <a:gs pos="50000">
                  <a:srgbClr val="A5A5A5">
                    <a:lumMod val="65000"/>
                    <a:lumOff val="35000"/>
                  </a:srgbClr>
                </a:gs>
                <a:gs pos="100000">
                  <a:srgbClr val="A5A5A5">
                    <a:lumMod val="75000"/>
                    <a:lumOff val="25000"/>
                  </a:srgbClr>
                </a:gs>
              </a:gsLst>
              <a:lin ang="12000000" scaled="0"/>
            </a:gradFill>
            <a:ln w="12700" cap="flat" cmpd="sng" algn="ctr">
              <a:noFill/>
              <a:prstDash val="solid"/>
              <a:miter lim="800000"/>
            </a:ln>
            <a:effectLst/>
            <a:scene3d>
              <a:camera prst="orthographicFront"/>
              <a:lightRig rig="harsh" dir="t"/>
            </a:scene3d>
            <a:sp3d extrusionH="12700" prstMaterial="metal">
              <a:bevelT w="38100" h="25400"/>
            </a:sp3d>
          </p:spPr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62" name="Freeform 152">
              <a:extLst>
                <a:ext uri="{FF2B5EF4-FFF2-40B4-BE49-F238E27FC236}">
                  <a16:creationId xmlns:a16="http://schemas.microsoft.com/office/drawing/2014/main" id="{53E55DD4-A396-2A64-2DE2-B61F52D2E256}"/>
                </a:ext>
              </a:extLst>
            </p:cNvPr>
            <p:cNvSpPr/>
            <p:nvPr/>
          </p:nvSpPr>
          <p:spPr>
            <a:xfrm rot="6900000" flipV="1">
              <a:off x="3810722" y="5213434"/>
              <a:ext cx="306074" cy="409978"/>
            </a:xfrm>
            <a:custGeom>
              <a:avLst/>
              <a:gdLst>
                <a:gd name="connsiteX0" fmla="*/ 457470 w 820039"/>
                <a:gd name="connsiteY0" fmla="*/ 117368 h 1098416"/>
                <a:gd name="connsiteX1" fmla="*/ 0 w 820039"/>
                <a:gd name="connsiteY1" fmla="*/ 1098416 h 1098416"/>
                <a:gd name="connsiteX2" fmla="*/ 307839 w 820039"/>
                <a:gd name="connsiteY2" fmla="*/ 1098416 h 1098416"/>
                <a:gd name="connsiteX3" fmla="*/ 820039 w 820039"/>
                <a:gd name="connsiteY3" fmla="*/ 0 h 1098416"/>
                <a:gd name="connsiteX4" fmla="*/ 457470 w 820039"/>
                <a:gd name="connsiteY4" fmla="*/ 117368 h 10984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20039" h="1098416">
                  <a:moveTo>
                    <a:pt x="457470" y="117368"/>
                  </a:moveTo>
                  <a:lnTo>
                    <a:pt x="0" y="1098416"/>
                  </a:lnTo>
                  <a:lnTo>
                    <a:pt x="307839" y="1098416"/>
                  </a:lnTo>
                  <a:lnTo>
                    <a:pt x="820039" y="0"/>
                  </a:lnTo>
                  <a:lnTo>
                    <a:pt x="457470" y="117368"/>
                  </a:lnTo>
                  <a:close/>
                </a:path>
              </a:pathLst>
            </a:custGeom>
            <a:gradFill>
              <a:gsLst>
                <a:gs pos="8000">
                  <a:srgbClr val="A5A5A5"/>
                </a:gs>
                <a:gs pos="50000">
                  <a:srgbClr val="A5A5A5">
                    <a:lumMod val="65000"/>
                    <a:lumOff val="35000"/>
                  </a:srgbClr>
                </a:gs>
                <a:gs pos="100000">
                  <a:srgbClr val="A5A5A5">
                    <a:lumMod val="75000"/>
                    <a:lumOff val="25000"/>
                  </a:srgbClr>
                </a:gs>
              </a:gsLst>
              <a:lin ang="12000000" scaled="0"/>
            </a:gradFill>
            <a:ln w="12700" cap="flat" cmpd="sng" algn="ctr">
              <a:noFill/>
              <a:prstDash val="solid"/>
              <a:miter lim="800000"/>
            </a:ln>
            <a:effectLst/>
            <a:scene3d>
              <a:camera prst="orthographicFront"/>
              <a:lightRig rig="harsh" dir="t"/>
            </a:scene3d>
            <a:sp3d extrusionH="12700" prstMaterial="metal">
              <a:bevelT w="38100" h="25400"/>
            </a:sp3d>
          </p:spPr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63" name="Freeform 153">
              <a:extLst>
                <a:ext uri="{FF2B5EF4-FFF2-40B4-BE49-F238E27FC236}">
                  <a16:creationId xmlns:a16="http://schemas.microsoft.com/office/drawing/2014/main" id="{F583BC21-C46C-BA5B-4793-4456842FC7FE}"/>
                </a:ext>
              </a:extLst>
            </p:cNvPr>
            <p:cNvSpPr/>
            <p:nvPr/>
          </p:nvSpPr>
          <p:spPr>
            <a:xfrm rot="6900000" flipV="1">
              <a:off x="4217304" y="5314845"/>
              <a:ext cx="211497" cy="207154"/>
            </a:xfrm>
            <a:custGeom>
              <a:avLst/>
              <a:gdLst>
                <a:gd name="connsiteX0" fmla="*/ 258806 w 566645"/>
                <a:gd name="connsiteY0" fmla="*/ 0 h 555011"/>
                <a:gd name="connsiteX1" fmla="*/ 0 w 566645"/>
                <a:gd name="connsiteY1" fmla="*/ 555010 h 555011"/>
                <a:gd name="connsiteX2" fmla="*/ 307839 w 566645"/>
                <a:gd name="connsiteY2" fmla="*/ 555011 h 555011"/>
                <a:gd name="connsiteX3" fmla="*/ 566645 w 566645"/>
                <a:gd name="connsiteY3" fmla="*/ 0 h 555011"/>
                <a:gd name="connsiteX4" fmla="*/ 258806 w 566645"/>
                <a:gd name="connsiteY4" fmla="*/ 0 h 5550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66645" h="555011">
                  <a:moveTo>
                    <a:pt x="258806" y="0"/>
                  </a:moveTo>
                  <a:lnTo>
                    <a:pt x="0" y="555010"/>
                  </a:lnTo>
                  <a:lnTo>
                    <a:pt x="307839" y="555011"/>
                  </a:lnTo>
                  <a:lnTo>
                    <a:pt x="566645" y="0"/>
                  </a:lnTo>
                  <a:lnTo>
                    <a:pt x="258806" y="0"/>
                  </a:lnTo>
                  <a:close/>
                </a:path>
              </a:pathLst>
            </a:custGeom>
            <a:gradFill>
              <a:gsLst>
                <a:gs pos="8000">
                  <a:srgbClr val="A5A5A5"/>
                </a:gs>
                <a:gs pos="50000">
                  <a:srgbClr val="A5A5A5">
                    <a:lumMod val="65000"/>
                    <a:lumOff val="35000"/>
                  </a:srgbClr>
                </a:gs>
                <a:gs pos="100000">
                  <a:srgbClr val="A5A5A5">
                    <a:lumMod val="75000"/>
                    <a:lumOff val="25000"/>
                  </a:srgbClr>
                </a:gs>
              </a:gsLst>
              <a:lin ang="12000000" scaled="0"/>
            </a:gradFill>
            <a:ln w="12700" cap="flat" cmpd="sng" algn="ctr">
              <a:noFill/>
              <a:prstDash val="solid"/>
              <a:miter lim="800000"/>
            </a:ln>
            <a:effectLst/>
            <a:scene3d>
              <a:camera prst="orthographicFront"/>
              <a:lightRig rig="harsh" dir="t"/>
            </a:scene3d>
            <a:sp3d extrusionH="12700" prstMaterial="metal">
              <a:bevelT w="38100" h="25400"/>
            </a:sp3d>
          </p:spPr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64" name="Freeform 154">
              <a:extLst>
                <a:ext uri="{FF2B5EF4-FFF2-40B4-BE49-F238E27FC236}">
                  <a16:creationId xmlns:a16="http://schemas.microsoft.com/office/drawing/2014/main" id="{8F78F143-F212-010C-C7A4-78DAB4E2A375}"/>
                </a:ext>
              </a:extLst>
            </p:cNvPr>
            <p:cNvSpPr/>
            <p:nvPr/>
          </p:nvSpPr>
          <p:spPr>
            <a:xfrm rot="6900000" flipV="1">
              <a:off x="4039516" y="5044249"/>
              <a:ext cx="149948" cy="195745"/>
            </a:xfrm>
            <a:custGeom>
              <a:avLst/>
              <a:gdLst>
                <a:gd name="connsiteX0" fmla="*/ 216605 w 401745"/>
                <a:gd name="connsiteY0" fmla="*/ 59933 h 524444"/>
                <a:gd name="connsiteX1" fmla="*/ 0 w 401745"/>
                <a:gd name="connsiteY1" fmla="*/ 524444 h 524444"/>
                <a:gd name="connsiteX2" fmla="*/ 171275 w 401745"/>
                <a:gd name="connsiteY2" fmla="*/ 494244 h 524444"/>
                <a:gd name="connsiteX3" fmla="*/ 401745 w 401745"/>
                <a:gd name="connsiteY3" fmla="*/ 0 h 524444"/>
                <a:gd name="connsiteX4" fmla="*/ 216605 w 401745"/>
                <a:gd name="connsiteY4" fmla="*/ 59933 h 524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01745" h="524444">
                  <a:moveTo>
                    <a:pt x="216605" y="59933"/>
                  </a:moveTo>
                  <a:lnTo>
                    <a:pt x="0" y="524444"/>
                  </a:lnTo>
                  <a:lnTo>
                    <a:pt x="171275" y="494244"/>
                  </a:lnTo>
                  <a:lnTo>
                    <a:pt x="401745" y="0"/>
                  </a:lnTo>
                  <a:lnTo>
                    <a:pt x="216605" y="59933"/>
                  </a:lnTo>
                  <a:close/>
                </a:path>
              </a:pathLst>
            </a:custGeom>
            <a:gradFill>
              <a:gsLst>
                <a:gs pos="8000">
                  <a:srgbClr val="A5A5A5"/>
                </a:gs>
                <a:gs pos="50000">
                  <a:srgbClr val="A5A5A5">
                    <a:lumMod val="65000"/>
                    <a:lumOff val="35000"/>
                  </a:srgbClr>
                </a:gs>
                <a:gs pos="100000">
                  <a:srgbClr val="A5A5A5">
                    <a:lumMod val="75000"/>
                    <a:lumOff val="25000"/>
                  </a:srgbClr>
                </a:gs>
              </a:gsLst>
              <a:lin ang="12000000" scaled="0"/>
            </a:gradFill>
            <a:ln w="12700" cap="flat" cmpd="sng" algn="ctr">
              <a:noFill/>
              <a:prstDash val="solid"/>
              <a:miter lim="800000"/>
            </a:ln>
            <a:effectLst/>
            <a:scene3d>
              <a:camera prst="orthographicFront"/>
              <a:lightRig rig="harsh" dir="t"/>
            </a:scene3d>
            <a:sp3d extrusionH="12700" prstMaterial="metal">
              <a:bevelT w="38100" h="25400"/>
            </a:sp3d>
          </p:spPr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65" name="Freeform 155">
              <a:extLst>
                <a:ext uri="{FF2B5EF4-FFF2-40B4-BE49-F238E27FC236}">
                  <a16:creationId xmlns:a16="http://schemas.microsoft.com/office/drawing/2014/main" id="{86D43888-0E49-48D8-B81F-83ECA0703CC9}"/>
                </a:ext>
              </a:extLst>
            </p:cNvPr>
            <p:cNvSpPr/>
            <p:nvPr/>
          </p:nvSpPr>
          <p:spPr>
            <a:xfrm rot="6900000" flipV="1">
              <a:off x="4260954" y="5042319"/>
              <a:ext cx="151748" cy="199605"/>
            </a:xfrm>
            <a:custGeom>
              <a:avLst/>
              <a:gdLst>
                <a:gd name="connsiteX0" fmla="*/ 235290 w 406566"/>
                <a:gd name="connsiteY0" fmla="*/ 30201 h 534783"/>
                <a:gd name="connsiteX1" fmla="*/ 0 w 406566"/>
                <a:gd name="connsiteY1" fmla="*/ 534783 h 534783"/>
                <a:gd name="connsiteX2" fmla="*/ 171275 w 406566"/>
                <a:gd name="connsiteY2" fmla="*/ 504583 h 534783"/>
                <a:gd name="connsiteX3" fmla="*/ 406566 w 406566"/>
                <a:gd name="connsiteY3" fmla="*/ 0 h 534783"/>
                <a:gd name="connsiteX4" fmla="*/ 235290 w 406566"/>
                <a:gd name="connsiteY4" fmla="*/ 30201 h 5347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06566" h="534783">
                  <a:moveTo>
                    <a:pt x="235290" y="30201"/>
                  </a:moveTo>
                  <a:lnTo>
                    <a:pt x="0" y="534783"/>
                  </a:lnTo>
                  <a:lnTo>
                    <a:pt x="171275" y="504583"/>
                  </a:lnTo>
                  <a:lnTo>
                    <a:pt x="406566" y="0"/>
                  </a:lnTo>
                  <a:lnTo>
                    <a:pt x="235290" y="30201"/>
                  </a:lnTo>
                  <a:close/>
                </a:path>
              </a:pathLst>
            </a:custGeom>
            <a:gradFill>
              <a:gsLst>
                <a:gs pos="8000">
                  <a:srgbClr val="A5A5A5"/>
                </a:gs>
                <a:gs pos="50000">
                  <a:srgbClr val="A5A5A5">
                    <a:lumMod val="65000"/>
                    <a:lumOff val="35000"/>
                  </a:srgbClr>
                </a:gs>
                <a:gs pos="100000">
                  <a:srgbClr val="A5A5A5">
                    <a:lumMod val="75000"/>
                    <a:lumOff val="25000"/>
                  </a:srgbClr>
                </a:gs>
              </a:gsLst>
              <a:lin ang="12000000" scaled="0"/>
            </a:gradFill>
            <a:ln w="12700" cap="flat" cmpd="sng" algn="ctr">
              <a:noFill/>
              <a:prstDash val="solid"/>
              <a:miter lim="800000"/>
            </a:ln>
            <a:effectLst/>
            <a:scene3d>
              <a:camera prst="orthographicFront"/>
              <a:lightRig rig="harsh" dir="t"/>
            </a:scene3d>
            <a:sp3d extrusionH="12700" prstMaterial="metal">
              <a:bevelT w="38100" h="25400"/>
            </a:sp3d>
          </p:spPr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66" name="Freeform 156">
              <a:extLst>
                <a:ext uri="{FF2B5EF4-FFF2-40B4-BE49-F238E27FC236}">
                  <a16:creationId xmlns:a16="http://schemas.microsoft.com/office/drawing/2014/main" id="{14617C9B-FD7D-F6B6-4F55-4DAAF37E63BE}"/>
                </a:ext>
              </a:extLst>
            </p:cNvPr>
            <p:cNvSpPr/>
            <p:nvPr/>
          </p:nvSpPr>
          <p:spPr>
            <a:xfrm rot="6900000" flipV="1">
              <a:off x="3967269" y="5107871"/>
              <a:ext cx="173363" cy="215166"/>
            </a:xfrm>
            <a:custGeom>
              <a:avLst/>
              <a:gdLst>
                <a:gd name="connsiteX0" fmla="*/ 234029 w 464476"/>
                <a:gd name="connsiteY0" fmla="*/ 74599 h 576476"/>
                <a:gd name="connsiteX1" fmla="*/ 0 w 464476"/>
                <a:gd name="connsiteY1" fmla="*/ 576476 h 576476"/>
                <a:gd name="connsiteX2" fmla="*/ 213190 w 464476"/>
                <a:gd name="connsiteY2" fmla="*/ 538885 h 576476"/>
                <a:gd name="connsiteX3" fmla="*/ 464476 w 464476"/>
                <a:gd name="connsiteY3" fmla="*/ 0 h 576476"/>
                <a:gd name="connsiteX4" fmla="*/ 234029 w 464476"/>
                <a:gd name="connsiteY4" fmla="*/ 74599 h 5764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64476" h="576476">
                  <a:moveTo>
                    <a:pt x="234029" y="74599"/>
                  </a:moveTo>
                  <a:lnTo>
                    <a:pt x="0" y="576476"/>
                  </a:lnTo>
                  <a:lnTo>
                    <a:pt x="213190" y="538885"/>
                  </a:lnTo>
                  <a:lnTo>
                    <a:pt x="464476" y="0"/>
                  </a:lnTo>
                  <a:lnTo>
                    <a:pt x="234029" y="74599"/>
                  </a:lnTo>
                  <a:close/>
                </a:path>
              </a:pathLst>
            </a:custGeom>
            <a:gradFill>
              <a:gsLst>
                <a:gs pos="8000">
                  <a:srgbClr val="A5A5A5"/>
                </a:gs>
                <a:gs pos="50000">
                  <a:srgbClr val="A5A5A5">
                    <a:lumMod val="65000"/>
                    <a:lumOff val="35000"/>
                  </a:srgbClr>
                </a:gs>
                <a:gs pos="100000">
                  <a:srgbClr val="A5A5A5">
                    <a:lumMod val="75000"/>
                    <a:lumOff val="25000"/>
                  </a:srgbClr>
                </a:gs>
              </a:gsLst>
              <a:lin ang="12000000" scaled="0"/>
            </a:gradFill>
            <a:ln w="12700" cap="flat" cmpd="sng" algn="ctr">
              <a:noFill/>
              <a:prstDash val="solid"/>
              <a:miter lim="800000"/>
            </a:ln>
            <a:effectLst/>
            <a:scene3d>
              <a:camera prst="orthographicFront"/>
              <a:lightRig rig="harsh" dir="t"/>
            </a:scene3d>
            <a:sp3d extrusionH="12700" prstMaterial="metal">
              <a:bevelT w="38100" h="25400"/>
            </a:sp3d>
          </p:spPr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67" name="Freeform 157">
              <a:extLst>
                <a:ext uri="{FF2B5EF4-FFF2-40B4-BE49-F238E27FC236}">
                  <a16:creationId xmlns:a16="http://schemas.microsoft.com/office/drawing/2014/main" id="{8D10A7B0-88B1-C0E6-8936-E64ECBCEDFFB}"/>
                </a:ext>
              </a:extLst>
            </p:cNvPr>
            <p:cNvSpPr/>
            <p:nvPr/>
          </p:nvSpPr>
          <p:spPr>
            <a:xfrm rot="6900000" flipV="1">
              <a:off x="4201785" y="5114273"/>
              <a:ext cx="167393" cy="202363"/>
            </a:xfrm>
            <a:custGeom>
              <a:avLst/>
              <a:gdLst>
                <a:gd name="connsiteX0" fmla="*/ 235291 w 448481"/>
                <a:gd name="connsiteY0" fmla="*/ 37592 h 542174"/>
                <a:gd name="connsiteX1" fmla="*/ 0 w 448481"/>
                <a:gd name="connsiteY1" fmla="*/ 542174 h 542174"/>
                <a:gd name="connsiteX2" fmla="*/ 213190 w 448481"/>
                <a:gd name="connsiteY2" fmla="*/ 504583 h 542174"/>
                <a:gd name="connsiteX3" fmla="*/ 448481 w 448481"/>
                <a:gd name="connsiteY3" fmla="*/ 0 h 542174"/>
                <a:gd name="connsiteX4" fmla="*/ 235291 w 448481"/>
                <a:gd name="connsiteY4" fmla="*/ 37592 h 5421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48481" h="542174">
                  <a:moveTo>
                    <a:pt x="235291" y="37592"/>
                  </a:moveTo>
                  <a:lnTo>
                    <a:pt x="0" y="542174"/>
                  </a:lnTo>
                  <a:lnTo>
                    <a:pt x="213190" y="504583"/>
                  </a:lnTo>
                  <a:lnTo>
                    <a:pt x="448481" y="0"/>
                  </a:lnTo>
                  <a:lnTo>
                    <a:pt x="235291" y="37592"/>
                  </a:lnTo>
                  <a:close/>
                </a:path>
              </a:pathLst>
            </a:custGeom>
            <a:gradFill>
              <a:gsLst>
                <a:gs pos="8000">
                  <a:srgbClr val="A5A5A5"/>
                </a:gs>
                <a:gs pos="50000">
                  <a:srgbClr val="A5A5A5">
                    <a:lumMod val="65000"/>
                    <a:lumOff val="35000"/>
                  </a:srgbClr>
                </a:gs>
                <a:gs pos="100000">
                  <a:srgbClr val="A5A5A5">
                    <a:lumMod val="75000"/>
                    <a:lumOff val="25000"/>
                  </a:srgbClr>
                </a:gs>
              </a:gsLst>
              <a:lin ang="12000000" scaled="0"/>
            </a:gradFill>
            <a:ln w="12700" cap="flat" cmpd="sng" algn="ctr">
              <a:noFill/>
              <a:prstDash val="solid"/>
              <a:miter lim="800000"/>
            </a:ln>
            <a:effectLst/>
            <a:scene3d>
              <a:camera prst="orthographicFront"/>
              <a:lightRig rig="harsh" dir="t"/>
            </a:scene3d>
            <a:sp3d extrusionH="12700" prstMaterial="metal">
              <a:bevelT w="38100" h="25400"/>
            </a:sp3d>
          </p:spPr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pic>
          <p:nvPicPr>
            <p:cNvPr id="176" name="Grafik 175">
              <a:extLst>
                <a:ext uri="{FF2B5EF4-FFF2-40B4-BE49-F238E27FC236}">
                  <a16:creationId xmlns:a16="http://schemas.microsoft.com/office/drawing/2014/main" id="{C43BCAB9-2A4F-E0A0-1C13-DB1FA03FF91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181094" y="3169509"/>
              <a:ext cx="3470389" cy="1284443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8886085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A7ACFE-92AD-B3AE-F8CF-705EC49A95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1">
            <a:extLst>
              <a:ext uri="{FF2B5EF4-FFF2-40B4-BE49-F238E27FC236}">
                <a16:creationId xmlns:a16="http://schemas.microsoft.com/office/drawing/2014/main" id="{5913BEB1-6891-6FD5-EA6A-693B0040A983}"/>
              </a:ext>
            </a:extLst>
          </p:cNvPr>
          <p:cNvSpPr txBox="1">
            <a:spLocks/>
          </p:cNvSpPr>
          <p:nvPr/>
        </p:nvSpPr>
        <p:spPr>
          <a:xfrm>
            <a:off x="515938" y="682606"/>
            <a:ext cx="9610259" cy="338554"/>
          </a:xfrm>
          <a:prstGeom prst="rect">
            <a:avLst/>
          </a:prstGeom>
        </p:spPr>
        <p:txBody>
          <a:bodyPr lIns="0" tIns="0" rIns="0" bIns="0" anchor="t" anchorCtr="0">
            <a:spAutoFit/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244894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244894"/>
                </a:solidFill>
                <a:latin typeface="Arial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244894"/>
                </a:solidFill>
                <a:latin typeface="Arial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244894"/>
                </a:solidFill>
                <a:latin typeface="Arial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244894"/>
                </a:solidFill>
                <a:latin typeface="Arial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244894"/>
                </a:solidFill>
                <a:latin typeface="Arial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244894"/>
                </a:solidFill>
                <a:latin typeface="Arial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244894"/>
                </a:solidFill>
                <a:latin typeface="Arial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244894"/>
                </a:solidFill>
                <a:latin typeface="Arial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de-DE" altLang="de-DE" sz="2200" dirty="0">
                <a:solidFill>
                  <a:srgbClr val="000000">
                    <a:lumMod val="75000"/>
                    <a:lumOff val="25000"/>
                  </a:srgbClr>
                </a:solidFill>
                <a:latin typeface="Arial"/>
              </a:rPr>
              <a:t>Ausblick</a:t>
            </a:r>
            <a:endParaRPr lang="de-DE" altLang="de-DE" sz="1600" dirty="0">
              <a:solidFill>
                <a:srgbClr val="000000">
                  <a:lumMod val="75000"/>
                  <a:lumOff val="25000"/>
                </a:srgbClr>
              </a:solidFill>
              <a:latin typeface="Arial"/>
            </a:endParaRPr>
          </a:p>
        </p:txBody>
      </p:sp>
      <p:pic>
        <p:nvPicPr>
          <p:cNvPr id="186" name="Grafik 185">
            <a:extLst>
              <a:ext uri="{FF2B5EF4-FFF2-40B4-BE49-F238E27FC236}">
                <a16:creationId xmlns:a16="http://schemas.microsoft.com/office/drawing/2014/main" id="{BFA706C8-BA65-F26F-0910-8481D8D397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67918" y="4773150"/>
            <a:ext cx="4424082" cy="2084850"/>
          </a:xfrm>
          <a:prstGeom prst="rect">
            <a:avLst/>
          </a:prstGeom>
        </p:spPr>
      </p:pic>
      <p:sp>
        <p:nvSpPr>
          <p:cNvPr id="198" name="Textfeld 197">
            <a:extLst>
              <a:ext uri="{FF2B5EF4-FFF2-40B4-BE49-F238E27FC236}">
                <a16:creationId xmlns:a16="http://schemas.microsoft.com/office/drawing/2014/main" id="{777F9743-A95E-45B6-7587-778878B52E5A}"/>
              </a:ext>
            </a:extLst>
          </p:cNvPr>
          <p:cNvSpPr txBox="1"/>
          <p:nvPr/>
        </p:nvSpPr>
        <p:spPr>
          <a:xfrm>
            <a:off x="515938" y="6214867"/>
            <a:ext cx="1097063" cy="348966"/>
          </a:xfrm>
          <a:prstGeom prst="rect">
            <a:avLst/>
          </a:prstGeom>
          <a:gradFill>
            <a:gsLst>
              <a:gs pos="19000">
                <a:schemeClr val="bg1"/>
              </a:gs>
              <a:gs pos="100000">
                <a:srgbClr val="79F9CB"/>
              </a:gs>
            </a:gsLst>
            <a:lin ang="2400000" scaled="0"/>
          </a:gradFill>
          <a:ln w="6350">
            <a:solidFill>
              <a:srgbClr val="7030A0"/>
            </a:solidFill>
            <a:prstDash val="sysDot"/>
          </a:ln>
        </p:spPr>
        <p:txBody>
          <a:bodyPr wrap="square" lIns="0" tIns="0" rIns="36000" bIns="0" rtlCol="0" anchor="ctr" anchorCtr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+mn-ea"/>
                <a:cs typeface="+mn-cs"/>
              </a:rPr>
              <a:t>Ausbaustufe 1</a:t>
            </a:r>
          </a:p>
        </p:txBody>
      </p:sp>
      <p:sp>
        <p:nvSpPr>
          <p:cNvPr id="199" name="Pfeil: Fünfeck 198">
            <a:extLst>
              <a:ext uri="{FF2B5EF4-FFF2-40B4-BE49-F238E27FC236}">
                <a16:creationId xmlns:a16="http://schemas.microsoft.com/office/drawing/2014/main" id="{31719033-A68E-BB45-D21C-CB1824B823BA}"/>
              </a:ext>
            </a:extLst>
          </p:cNvPr>
          <p:cNvSpPr/>
          <p:nvPr/>
        </p:nvSpPr>
        <p:spPr>
          <a:xfrm flipH="1">
            <a:off x="1706459" y="6203833"/>
            <a:ext cx="2452259" cy="349867"/>
          </a:xfrm>
          <a:prstGeom prst="homePlate">
            <a:avLst/>
          </a:prstGeom>
          <a:solidFill>
            <a:srgbClr val="C8FCE9"/>
          </a:solidFill>
          <a:ln w="6350">
            <a:solidFill>
              <a:srgbClr val="7030A0"/>
            </a:solidFill>
            <a:prstDash val="sysDot"/>
          </a:ln>
        </p:spPr>
        <p:txBody>
          <a:bodyPr wrap="square" lIns="36000" tIns="0" rIns="0" bIns="0" rtlCol="0" anchor="ctr" anchorCtr="0">
            <a:noAutofit/>
          </a:bodyPr>
          <a:lstStyle/>
          <a:p>
            <a:pPr defTabSz="914400"/>
            <a:r>
              <a:rPr lang="de-DE" sz="1400" b="1" dirty="0">
                <a:solidFill>
                  <a:srgbClr val="000000"/>
                </a:solidFill>
                <a:latin typeface="Arial Narrow" panose="020B0606020202030204" pitchFamily="34" charset="0"/>
              </a:rPr>
              <a:t>Pilotstart November 2025 </a:t>
            </a:r>
          </a:p>
        </p:txBody>
      </p:sp>
      <p:sp>
        <p:nvSpPr>
          <p:cNvPr id="185" name="Textfeld 184">
            <a:extLst>
              <a:ext uri="{FF2B5EF4-FFF2-40B4-BE49-F238E27FC236}">
                <a16:creationId xmlns:a16="http://schemas.microsoft.com/office/drawing/2014/main" id="{EA34C9F2-FAB1-E1E8-9983-E64F2455A0D2}"/>
              </a:ext>
            </a:extLst>
          </p:cNvPr>
          <p:cNvSpPr txBox="1"/>
          <p:nvPr/>
        </p:nvSpPr>
        <p:spPr>
          <a:xfrm>
            <a:off x="940245" y="1452544"/>
            <a:ext cx="10501185" cy="430887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spcAft>
                <a:spcPts val="1200"/>
              </a:spcAft>
            </a:pPr>
            <a:r>
              <a:rPr lang="de-DE" sz="2000" b="1" dirty="0"/>
              <a:t>Was kann ich mit Ausbaustufe 1 von </a:t>
            </a:r>
            <a:r>
              <a:rPr lang="de-DE" sz="2000" b="1" dirty="0" err="1"/>
              <a:t>ila</a:t>
            </a:r>
            <a:r>
              <a:rPr lang="de-DE" sz="2000" b="1" dirty="0"/>
              <a:t> nutzen?</a:t>
            </a:r>
          </a:p>
          <a:p>
            <a:pPr>
              <a:spcAft>
                <a:spcPts val="1800"/>
              </a:spcAft>
            </a:pPr>
            <a:r>
              <a:rPr lang="de-DE" sz="1600" dirty="0"/>
              <a:t>Nachdem ich mich über die Schul-ID angemeldet habe, wird mir zusätzlich die ila Kachel angezeigt</a:t>
            </a:r>
          </a:p>
          <a:p>
            <a:pPr>
              <a:spcAft>
                <a:spcPts val="1800"/>
              </a:spcAft>
            </a:pPr>
            <a:r>
              <a:rPr lang="de-DE" sz="1600" dirty="0"/>
              <a:t>Nach einem Klick auf die Kachel lande ich auf einer initialen Startseite, auf der mir erste Informationen / Hilfen angeboten werden (FAQ und Supportzugang)</a:t>
            </a:r>
          </a:p>
          <a:p>
            <a:pPr>
              <a:spcAft>
                <a:spcPts val="1800"/>
              </a:spcAft>
            </a:pPr>
            <a:r>
              <a:rPr lang="de-DE" sz="1600" dirty="0"/>
              <a:t>Über die Startseite kann ich für meine freigegebenen Schüler eine anlassbezogene Förderung (VOGSV) starten</a:t>
            </a:r>
          </a:p>
          <a:p>
            <a:pPr>
              <a:spcAft>
                <a:spcPts val="1800"/>
              </a:spcAft>
            </a:pPr>
            <a:r>
              <a:rPr lang="de-DE" sz="1600" dirty="0"/>
              <a:t>Nach Auswahl des Schülers werde ich durch den Prozess geleitet, über den ich Förderziele auf Basis der Lernausgangslage bestimmen und diesen Zielen Maßnahmen zuordnen kann (Auswahl und eigene)</a:t>
            </a:r>
          </a:p>
          <a:p>
            <a:pPr>
              <a:spcAft>
                <a:spcPts val="1800"/>
              </a:spcAft>
            </a:pPr>
            <a:r>
              <a:rPr lang="de-DE" sz="1600" dirty="0"/>
              <a:t>Eine Evaluation der Förderung wird standardmäßig auf ein halbes Jahr datiert, eigene Anpassungen sind möglich</a:t>
            </a:r>
          </a:p>
          <a:p>
            <a:pPr>
              <a:spcAft>
                <a:spcPts val="1800"/>
              </a:spcAft>
            </a:pPr>
            <a:r>
              <a:rPr lang="de-DE" sz="1600" dirty="0"/>
              <a:t>Der Verlauf der Maßnahmen kann jederzeit über eine erste Basisfunktion kommentiert/dokumentiert werden</a:t>
            </a:r>
          </a:p>
          <a:p>
            <a:pPr>
              <a:spcAft>
                <a:spcPts val="1800"/>
              </a:spcAft>
            </a:pPr>
            <a:r>
              <a:rPr lang="de-DE" sz="1600" dirty="0"/>
              <a:t>Das Erstellen eines Förderplanes erfolgt überwiegend automatisiert, lässt sich aber über </a:t>
            </a:r>
            <a:br>
              <a:rPr lang="de-DE" sz="1600" dirty="0"/>
            </a:br>
            <a:r>
              <a:rPr lang="de-DE" sz="1600" dirty="0"/>
              <a:t>Freitextfelder zu bestimmten Zwecken anpassen (z. B. Beschreibung der Stärken für Elterngespräche).</a:t>
            </a:r>
          </a:p>
        </p:txBody>
      </p:sp>
      <p:cxnSp>
        <p:nvCxnSpPr>
          <p:cNvPr id="206" name="Gerade Verbindung mit Pfeil 205">
            <a:extLst>
              <a:ext uri="{FF2B5EF4-FFF2-40B4-BE49-F238E27FC236}">
                <a16:creationId xmlns:a16="http://schemas.microsoft.com/office/drawing/2014/main" id="{30DAAD03-7A28-B8CA-3F91-634E3806BC81}"/>
              </a:ext>
            </a:extLst>
          </p:cNvPr>
          <p:cNvCxnSpPr/>
          <p:nvPr/>
        </p:nvCxnSpPr>
        <p:spPr>
          <a:xfrm>
            <a:off x="614167" y="1608317"/>
            <a:ext cx="0" cy="3997325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2336698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C20D85-172F-3AB2-375C-5B0FCE34F3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1">
            <a:extLst>
              <a:ext uri="{FF2B5EF4-FFF2-40B4-BE49-F238E27FC236}">
                <a16:creationId xmlns:a16="http://schemas.microsoft.com/office/drawing/2014/main" id="{8AF91366-1898-8226-93FF-778F52B3B069}"/>
              </a:ext>
            </a:extLst>
          </p:cNvPr>
          <p:cNvSpPr txBox="1">
            <a:spLocks/>
          </p:cNvSpPr>
          <p:nvPr/>
        </p:nvSpPr>
        <p:spPr>
          <a:xfrm>
            <a:off x="515938" y="682606"/>
            <a:ext cx="9610259" cy="338554"/>
          </a:xfrm>
          <a:prstGeom prst="rect">
            <a:avLst/>
          </a:prstGeom>
        </p:spPr>
        <p:txBody>
          <a:bodyPr lIns="0" tIns="0" rIns="0" bIns="0" anchor="t" anchorCtr="0">
            <a:spAutoFit/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244894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244894"/>
                </a:solidFill>
                <a:latin typeface="Arial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244894"/>
                </a:solidFill>
                <a:latin typeface="Arial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244894"/>
                </a:solidFill>
                <a:latin typeface="Arial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244894"/>
                </a:solidFill>
                <a:latin typeface="Arial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244894"/>
                </a:solidFill>
                <a:latin typeface="Arial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244894"/>
                </a:solidFill>
                <a:latin typeface="Arial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244894"/>
                </a:solidFill>
                <a:latin typeface="Arial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244894"/>
                </a:solidFill>
                <a:latin typeface="Arial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de-DE" altLang="de-DE" sz="2200" dirty="0">
                <a:solidFill>
                  <a:srgbClr val="000000">
                    <a:lumMod val="75000"/>
                    <a:lumOff val="25000"/>
                  </a:srgbClr>
                </a:solidFill>
                <a:latin typeface="Arial"/>
              </a:rPr>
              <a:t>Ausblick - Startseite</a:t>
            </a:r>
            <a:endParaRPr lang="de-DE" altLang="de-DE" sz="1600" dirty="0">
              <a:solidFill>
                <a:srgbClr val="000000">
                  <a:lumMod val="75000"/>
                  <a:lumOff val="25000"/>
                </a:srgbClr>
              </a:solidFill>
              <a:latin typeface="Arial"/>
            </a:endParaRPr>
          </a:p>
        </p:txBody>
      </p:sp>
      <p:pic>
        <p:nvPicPr>
          <p:cNvPr id="3" name="Grafik 2">
            <a:extLst>
              <a:ext uri="{FF2B5EF4-FFF2-40B4-BE49-F238E27FC236}">
                <a16:creationId xmlns:a16="http://schemas.microsoft.com/office/drawing/2014/main" id="{A555C233-474F-D97C-B83B-F5D3F20C2EC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5938" y="1822451"/>
            <a:ext cx="5392590" cy="360000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6" name="Grafik 5">
            <a:extLst>
              <a:ext uri="{FF2B5EF4-FFF2-40B4-BE49-F238E27FC236}">
                <a16:creationId xmlns:a16="http://schemas.microsoft.com/office/drawing/2014/main" id="{6E378F42-D3FB-B676-4565-81F1F97566E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67147" y="1476580"/>
            <a:ext cx="4973991" cy="410400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335010645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3C3509-1E81-4539-29B6-3B60675465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1">
            <a:extLst>
              <a:ext uri="{FF2B5EF4-FFF2-40B4-BE49-F238E27FC236}">
                <a16:creationId xmlns:a16="http://schemas.microsoft.com/office/drawing/2014/main" id="{41371B44-9EEE-C3C8-C94E-1710606B07FE}"/>
              </a:ext>
            </a:extLst>
          </p:cNvPr>
          <p:cNvSpPr txBox="1">
            <a:spLocks/>
          </p:cNvSpPr>
          <p:nvPr/>
        </p:nvSpPr>
        <p:spPr>
          <a:xfrm>
            <a:off x="515938" y="682606"/>
            <a:ext cx="9610259" cy="646331"/>
          </a:xfrm>
          <a:prstGeom prst="rect">
            <a:avLst/>
          </a:prstGeom>
        </p:spPr>
        <p:txBody>
          <a:bodyPr lIns="0" tIns="0" rIns="0" bIns="0" anchor="t" anchorCtr="0">
            <a:spAutoFit/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244894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244894"/>
                </a:solidFill>
                <a:latin typeface="Arial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244894"/>
                </a:solidFill>
                <a:latin typeface="Arial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244894"/>
                </a:solidFill>
                <a:latin typeface="Arial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244894"/>
                </a:solidFill>
                <a:latin typeface="Arial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244894"/>
                </a:solidFill>
                <a:latin typeface="Arial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244894"/>
                </a:solidFill>
                <a:latin typeface="Arial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244894"/>
                </a:solidFill>
                <a:latin typeface="Arial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244894"/>
                </a:solidFill>
                <a:latin typeface="Arial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de-DE" altLang="de-DE" sz="2200" dirty="0">
                <a:solidFill>
                  <a:srgbClr val="000000">
                    <a:lumMod val="75000"/>
                    <a:lumOff val="25000"/>
                  </a:srgbClr>
                </a:solidFill>
                <a:latin typeface="Arial"/>
              </a:rPr>
              <a:t>Ausblick </a:t>
            </a:r>
            <a:endParaRPr lang="de-DE" altLang="de-DE" sz="1600" dirty="0">
              <a:solidFill>
                <a:srgbClr val="000000">
                  <a:lumMod val="75000"/>
                  <a:lumOff val="25000"/>
                </a:srgbClr>
              </a:solidFill>
              <a:latin typeface="Arial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de-DE" altLang="de-DE" sz="2000" dirty="0">
                <a:solidFill>
                  <a:srgbClr val="002D72"/>
                </a:solidFill>
                <a:latin typeface="Arial"/>
              </a:rPr>
              <a:t>Ausbaustufe 2</a:t>
            </a:r>
            <a:endParaRPr lang="de-DE" altLang="de-DE" sz="2200" dirty="0">
              <a:solidFill>
                <a:srgbClr val="002D72"/>
              </a:solidFill>
              <a:latin typeface="Arial"/>
            </a:endParaRPr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9020C1AA-17F2-5F8C-9802-4AD774DF89A5}"/>
              </a:ext>
            </a:extLst>
          </p:cNvPr>
          <p:cNvSpPr txBox="1">
            <a:spLocks/>
          </p:cNvSpPr>
          <p:nvPr/>
        </p:nvSpPr>
        <p:spPr>
          <a:xfrm>
            <a:off x="530021" y="1705436"/>
            <a:ext cx="2159104" cy="215444"/>
          </a:xfrm>
          <a:prstGeom prst="rect">
            <a:avLst/>
          </a:prstGeom>
          <a:solidFill>
            <a:srgbClr val="E8E8E8">
              <a:lumMod val="90000"/>
            </a:srgbClr>
          </a:solidFill>
          <a:ln w="6350">
            <a:solidFill>
              <a:srgbClr val="01274A"/>
            </a:solidFill>
          </a:ln>
        </p:spPr>
        <p:txBody>
          <a:bodyPr wrap="square" lIns="0" tIns="0" rIns="0" bIns="0" rtlCol="0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4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</a:rPr>
              <a:t>  </a:t>
            </a:r>
            <a:r>
              <a:rPr kumimoji="0" lang="de-DE" sz="1400" b="1" i="0" u="none" strike="noStrike" kern="0" cap="none" spc="0" normalizeH="0" baseline="0" noProof="0" dirty="0">
                <a:ln>
                  <a:noFill/>
                </a:ln>
                <a:solidFill>
                  <a:srgbClr val="01274A"/>
                </a:solidFill>
                <a:effectLst/>
                <a:uLnTx/>
                <a:uFillTx/>
                <a:latin typeface="Rockwell Nova Light" panose="02060303020205020403" pitchFamily="18" charset="0"/>
              </a:rPr>
              <a:t>2025</a:t>
            </a:r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C8A62A5E-1705-BC5A-101C-EB2346EBA9A5}"/>
              </a:ext>
            </a:extLst>
          </p:cNvPr>
          <p:cNvSpPr txBox="1"/>
          <p:nvPr/>
        </p:nvSpPr>
        <p:spPr>
          <a:xfrm>
            <a:off x="2848991" y="1700213"/>
            <a:ext cx="4318207" cy="215444"/>
          </a:xfrm>
          <a:prstGeom prst="rect">
            <a:avLst/>
          </a:prstGeom>
          <a:solidFill>
            <a:srgbClr val="E8E8E8">
              <a:lumMod val="90000"/>
            </a:srgbClr>
          </a:solidFill>
          <a:ln w="6350">
            <a:solidFill>
              <a:srgbClr val="01274A"/>
            </a:solidFill>
            <a:prstDash val="solid"/>
          </a:ln>
        </p:spPr>
        <p:txBody>
          <a:bodyPr wrap="square" lIns="0" tIns="0" rIns="0" bIns="0" rtlCol="0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</a:rPr>
              <a:t>  </a:t>
            </a:r>
            <a:r>
              <a:rPr kumimoji="0" lang="de-DE" sz="1400" b="1" i="0" u="none" strike="noStrike" kern="0" cap="none" spc="0" normalizeH="0" baseline="0" noProof="0" dirty="0">
                <a:ln>
                  <a:noFill/>
                </a:ln>
                <a:solidFill>
                  <a:srgbClr val="01274A"/>
                </a:solidFill>
                <a:effectLst/>
                <a:uLnTx/>
                <a:uFillTx/>
                <a:latin typeface="Rockwell Nova Light" panose="02060303020205020403" pitchFamily="18" charset="0"/>
              </a:rPr>
              <a:t>2026</a:t>
            </a:r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B534F5C4-802F-A51E-C455-8E6187D5EA61}"/>
              </a:ext>
            </a:extLst>
          </p:cNvPr>
          <p:cNvSpPr txBox="1"/>
          <p:nvPr/>
        </p:nvSpPr>
        <p:spPr>
          <a:xfrm>
            <a:off x="7322930" y="1700213"/>
            <a:ext cx="4318207" cy="215444"/>
          </a:xfrm>
          <a:prstGeom prst="rect">
            <a:avLst/>
          </a:prstGeom>
          <a:solidFill>
            <a:srgbClr val="E8E8E8">
              <a:lumMod val="90000"/>
            </a:srgbClr>
          </a:solidFill>
          <a:ln w="6350">
            <a:solidFill>
              <a:srgbClr val="01274A"/>
            </a:solidFill>
            <a:prstDash val="solid"/>
          </a:ln>
        </p:spPr>
        <p:txBody>
          <a:bodyPr wrap="square" lIns="0" tIns="0" rIns="0" bIns="0" rtlCol="0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400" b="0" i="0" u="none" strike="noStrike" kern="0" cap="none" spc="0" normalizeH="0" baseline="0" noProof="0" dirty="0">
                <a:ln>
                  <a:noFill/>
                </a:ln>
                <a:solidFill>
                  <a:srgbClr val="01274A"/>
                </a:solidFill>
                <a:effectLst/>
                <a:uLnTx/>
                <a:uFillTx/>
                <a:latin typeface="Rockwell Nova Light" panose="02060303020205020403" pitchFamily="18" charset="0"/>
              </a:rPr>
              <a:t>  </a:t>
            </a:r>
            <a:r>
              <a:rPr kumimoji="0" lang="de-DE" sz="1400" b="1" i="0" u="none" strike="noStrike" kern="0" cap="none" spc="0" normalizeH="0" baseline="0" noProof="0" dirty="0">
                <a:ln>
                  <a:noFill/>
                </a:ln>
                <a:solidFill>
                  <a:srgbClr val="01274A"/>
                </a:solidFill>
                <a:effectLst/>
                <a:uLnTx/>
                <a:uFillTx/>
                <a:latin typeface="Rockwell Nova Light" panose="02060303020205020403" pitchFamily="18" charset="0"/>
              </a:rPr>
              <a:t>2027</a:t>
            </a:r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54AC28E1-5789-C67F-E81D-F95B96609DBC}"/>
              </a:ext>
            </a:extLst>
          </p:cNvPr>
          <p:cNvSpPr/>
          <p:nvPr/>
        </p:nvSpPr>
        <p:spPr>
          <a:xfrm>
            <a:off x="515938" y="1976543"/>
            <a:ext cx="2159104" cy="3538604"/>
          </a:xfrm>
          <a:prstGeom prst="rect">
            <a:avLst/>
          </a:prstGeom>
          <a:solidFill>
            <a:sysClr val="window" lastClr="FFFFFF">
              <a:lumMod val="95000"/>
            </a:sysClr>
          </a:solidFill>
          <a:ln w="6350" cap="flat" cmpd="sng" algn="ctr">
            <a:solidFill>
              <a:srgbClr val="01274A"/>
            </a:solidFill>
            <a:prstDash val="sysDot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8" name="Rechteck 7">
            <a:extLst>
              <a:ext uri="{FF2B5EF4-FFF2-40B4-BE49-F238E27FC236}">
                <a16:creationId xmlns:a16="http://schemas.microsoft.com/office/drawing/2014/main" id="{81464D66-527D-DABB-CBAD-6B425B01C377}"/>
              </a:ext>
            </a:extLst>
          </p:cNvPr>
          <p:cNvSpPr/>
          <p:nvPr/>
        </p:nvSpPr>
        <p:spPr>
          <a:xfrm>
            <a:off x="2848991" y="1977959"/>
            <a:ext cx="4318207" cy="3538604"/>
          </a:xfrm>
          <a:prstGeom prst="rect">
            <a:avLst/>
          </a:prstGeom>
          <a:solidFill>
            <a:sysClr val="window" lastClr="FFFFFF">
              <a:lumMod val="95000"/>
            </a:sysClr>
          </a:solidFill>
          <a:ln w="6350" cap="flat" cmpd="sng" algn="ctr">
            <a:solidFill>
              <a:srgbClr val="01274A"/>
            </a:solidFill>
            <a:prstDash val="sysDot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9" name="Rechteck 8">
            <a:extLst>
              <a:ext uri="{FF2B5EF4-FFF2-40B4-BE49-F238E27FC236}">
                <a16:creationId xmlns:a16="http://schemas.microsoft.com/office/drawing/2014/main" id="{7788508C-54D8-7529-6127-7DBE769A226E}"/>
              </a:ext>
            </a:extLst>
          </p:cNvPr>
          <p:cNvSpPr/>
          <p:nvPr/>
        </p:nvSpPr>
        <p:spPr>
          <a:xfrm>
            <a:off x="7317641" y="1972860"/>
            <a:ext cx="4318207" cy="3538605"/>
          </a:xfrm>
          <a:prstGeom prst="rect">
            <a:avLst/>
          </a:prstGeom>
          <a:solidFill>
            <a:sysClr val="window" lastClr="FFFFFF">
              <a:lumMod val="95000"/>
            </a:sysClr>
          </a:solidFill>
          <a:ln w="6350" cap="flat" cmpd="sng" algn="ctr">
            <a:solidFill>
              <a:srgbClr val="01274A"/>
            </a:solidFill>
            <a:prstDash val="sysDot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1" name="Textfeld 10">
            <a:extLst>
              <a:ext uri="{FF2B5EF4-FFF2-40B4-BE49-F238E27FC236}">
                <a16:creationId xmlns:a16="http://schemas.microsoft.com/office/drawing/2014/main" id="{9F166AD9-908C-EF79-38B7-1321A42DF3AC}"/>
              </a:ext>
            </a:extLst>
          </p:cNvPr>
          <p:cNvSpPr txBox="1"/>
          <p:nvPr/>
        </p:nvSpPr>
        <p:spPr>
          <a:xfrm>
            <a:off x="3662594" y="4386065"/>
            <a:ext cx="3037471" cy="215444"/>
          </a:xfrm>
          <a:prstGeom prst="rect">
            <a:avLst/>
          </a:prstGeom>
          <a:solidFill>
            <a:sysClr val="window" lastClr="FFFFFF"/>
          </a:solidFill>
          <a:ln w="6350">
            <a:solidFill>
              <a:srgbClr val="7030A0"/>
            </a:solidFill>
            <a:prstDash val="sysDot"/>
          </a:ln>
        </p:spPr>
        <p:txBody>
          <a:bodyPr wrap="square" lIns="36000" tIns="0" rIns="0" bIns="0" rtlCol="0" anchor="ctr" anchorCtr="0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</a:rPr>
              <a:t>Umsetzung Ausbaustufe 3</a:t>
            </a:r>
          </a:p>
        </p:txBody>
      </p:sp>
      <p:sp>
        <p:nvSpPr>
          <p:cNvPr id="12" name="Textfeld 11">
            <a:extLst>
              <a:ext uri="{FF2B5EF4-FFF2-40B4-BE49-F238E27FC236}">
                <a16:creationId xmlns:a16="http://schemas.microsoft.com/office/drawing/2014/main" id="{1D10C031-8202-F5F9-296C-11DE695D1DE6}"/>
              </a:ext>
            </a:extLst>
          </p:cNvPr>
          <p:cNvSpPr txBox="1"/>
          <p:nvPr/>
        </p:nvSpPr>
        <p:spPr>
          <a:xfrm>
            <a:off x="5355941" y="4657184"/>
            <a:ext cx="3923399" cy="215444"/>
          </a:xfrm>
          <a:prstGeom prst="rect">
            <a:avLst/>
          </a:prstGeom>
          <a:solidFill>
            <a:sysClr val="window" lastClr="FFFFFF"/>
          </a:solidFill>
          <a:ln w="6350">
            <a:solidFill>
              <a:srgbClr val="7030A0"/>
            </a:solidFill>
            <a:prstDash val="sysDot"/>
          </a:ln>
        </p:spPr>
        <p:txBody>
          <a:bodyPr wrap="square" lIns="36000" tIns="0" rIns="0" bIns="0" rtlCol="0" anchor="ctr" anchorCtr="0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</a:rPr>
              <a:t>Umsetzung Ausbaustufe 4</a:t>
            </a:r>
          </a:p>
        </p:txBody>
      </p:sp>
      <p:sp>
        <p:nvSpPr>
          <p:cNvPr id="13" name="Textfeld 12">
            <a:extLst>
              <a:ext uri="{FF2B5EF4-FFF2-40B4-BE49-F238E27FC236}">
                <a16:creationId xmlns:a16="http://schemas.microsoft.com/office/drawing/2014/main" id="{29988143-DCC4-923D-AE7D-D5756C6850E7}"/>
              </a:ext>
            </a:extLst>
          </p:cNvPr>
          <p:cNvSpPr txBox="1"/>
          <p:nvPr/>
        </p:nvSpPr>
        <p:spPr>
          <a:xfrm>
            <a:off x="8426362" y="4928303"/>
            <a:ext cx="2974190" cy="215444"/>
          </a:xfrm>
          <a:prstGeom prst="rect">
            <a:avLst/>
          </a:prstGeom>
          <a:solidFill>
            <a:sysClr val="window" lastClr="FFFFFF"/>
          </a:solidFill>
          <a:ln w="6350">
            <a:solidFill>
              <a:srgbClr val="7030A0"/>
            </a:solidFill>
            <a:prstDash val="sysDot"/>
          </a:ln>
        </p:spPr>
        <p:txBody>
          <a:bodyPr wrap="square" lIns="36000" tIns="0" rIns="0" bIns="0" rtlCol="0" anchor="ctr" anchorCtr="0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</a:rPr>
              <a:t>Umsetzung Ausbaustufe 5</a:t>
            </a:r>
          </a:p>
        </p:txBody>
      </p:sp>
      <p:sp>
        <p:nvSpPr>
          <p:cNvPr id="15" name="Pfeil: Fünfeck 14">
            <a:extLst>
              <a:ext uri="{FF2B5EF4-FFF2-40B4-BE49-F238E27FC236}">
                <a16:creationId xmlns:a16="http://schemas.microsoft.com/office/drawing/2014/main" id="{0FFD166E-5498-FE05-2037-8DDBB0F521A3}"/>
              </a:ext>
            </a:extLst>
          </p:cNvPr>
          <p:cNvSpPr/>
          <p:nvPr/>
        </p:nvSpPr>
        <p:spPr>
          <a:xfrm flipH="1">
            <a:off x="2283596" y="2089998"/>
            <a:ext cx="4809328" cy="216000"/>
          </a:xfrm>
          <a:prstGeom prst="homePlate">
            <a:avLst/>
          </a:prstGeom>
          <a:solidFill>
            <a:srgbClr val="C8FCE9"/>
          </a:solidFill>
          <a:ln w="6350">
            <a:solidFill>
              <a:srgbClr val="7030A0"/>
            </a:solidFill>
            <a:prstDash val="sysDot"/>
          </a:ln>
        </p:spPr>
        <p:txBody>
          <a:bodyPr wrap="square" lIns="36000" tIns="0" rIns="0" bIns="0" rtlCol="0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</a:rPr>
              <a:t>Pilotierung November 2025 </a:t>
            </a:r>
          </a:p>
        </p:txBody>
      </p:sp>
      <p:sp>
        <p:nvSpPr>
          <p:cNvPr id="14" name="Textfeld 13">
            <a:extLst>
              <a:ext uri="{FF2B5EF4-FFF2-40B4-BE49-F238E27FC236}">
                <a16:creationId xmlns:a16="http://schemas.microsoft.com/office/drawing/2014/main" id="{A00F9281-0537-FD39-1D99-6D8C02607234}"/>
              </a:ext>
            </a:extLst>
          </p:cNvPr>
          <p:cNvSpPr txBox="1"/>
          <p:nvPr/>
        </p:nvSpPr>
        <p:spPr>
          <a:xfrm>
            <a:off x="460638" y="2090554"/>
            <a:ext cx="1748683" cy="206825"/>
          </a:xfrm>
          <a:prstGeom prst="rect">
            <a:avLst/>
          </a:prstGeom>
          <a:gradFill>
            <a:gsLst>
              <a:gs pos="19000">
                <a:sysClr val="window" lastClr="FFFFFF"/>
              </a:gs>
              <a:gs pos="100000">
                <a:srgbClr val="79F9CB"/>
              </a:gs>
            </a:gsLst>
            <a:lin ang="2400000" scaled="0"/>
          </a:gradFill>
          <a:ln w="6350">
            <a:solidFill>
              <a:srgbClr val="7030A0"/>
            </a:solidFill>
            <a:prstDash val="sysDot"/>
          </a:ln>
        </p:spPr>
        <p:txBody>
          <a:bodyPr wrap="square" lIns="0" tIns="0" rIns="36000" bIns="0" rtlCol="0" anchor="ctr" anchorCtr="0">
            <a:noAutofit/>
          </a:bodyPr>
          <a:lstStyle/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</a:rPr>
              <a:t>Ausbaustufe 1</a:t>
            </a:r>
          </a:p>
        </p:txBody>
      </p:sp>
      <p:sp>
        <p:nvSpPr>
          <p:cNvPr id="24" name="Textfeld 23">
            <a:extLst>
              <a:ext uri="{FF2B5EF4-FFF2-40B4-BE49-F238E27FC236}">
                <a16:creationId xmlns:a16="http://schemas.microsoft.com/office/drawing/2014/main" id="{CE42586F-C2DB-9575-D562-51DEF3187498}"/>
              </a:ext>
            </a:extLst>
          </p:cNvPr>
          <p:cNvSpPr txBox="1"/>
          <p:nvPr/>
        </p:nvSpPr>
        <p:spPr>
          <a:xfrm>
            <a:off x="2283596" y="2418037"/>
            <a:ext cx="4318207" cy="215444"/>
          </a:xfrm>
          <a:prstGeom prst="rect">
            <a:avLst/>
          </a:prstGeom>
          <a:solidFill>
            <a:sysClr val="window" lastClr="FFFFFF"/>
          </a:solidFill>
          <a:ln w="6350">
            <a:solidFill>
              <a:srgbClr val="7030A0"/>
            </a:solidFill>
            <a:prstDash val="sysDot"/>
          </a:ln>
        </p:spPr>
        <p:txBody>
          <a:bodyPr wrap="square" lIns="36000" tIns="0" rIns="0" bIns="0" rtlCol="0" anchor="ctr" anchorCtr="0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600" b="1" i="0" u="none" strike="noStrike" kern="0" cap="none" spc="0" normalizeH="0" baseline="0" noProof="0" dirty="0">
                <a:ln>
                  <a:noFill/>
                </a:ln>
                <a:solidFill>
                  <a:srgbClr val="002D72"/>
                </a:solidFill>
                <a:effectLst/>
                <a:uLnTx/>
                <a:uFillTx/>
                <a:latin typeface="Arial Narrow" panose="020B0606020202030204" pitchFamily="34" charset="0"/>
              </a:rPr>
              <a:t>Umsetzung Ausbaustufe 2</a:t>
            </a:r>
          </a:p>
        </p:txBody>
      </p:sp>
      <p:pic>
        <p:nvPicPr>
          <p:cNvPr id="26" name="Grafik 25" descr="Ein Bild, das Clipart, Grafiken, Smiley, Design enthält.&#10;&#10;KI-generierte Inhalte können fehlerhaft sein.">
            <a:extLst>
              <a:ext uri="{FF2B5EF4-FFF2-40B4-BE49-F238E27FC236}">
                <a16:creationId xmlns:a16="http://schemas.microsoft.com/office/drawing/2014/main" id="{3B193ADE-8771-134E-00BA-1F4695BDE8E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9541" y="5925069"/>
            <a:ext cx="887056" cy="612000"/>
          </a:xfrm>
          <a:prstGeom prst="rect">
            <a:avLst/>
          </a:prstGeom>
        </p:spPr>
      </p:pic>
      <p:sp>
        <p:nvSpPr>
          <p:cNvPr id="27" name="Gleichschenkliges Dreieck 26">
            <a:extLst>
              <a:ext uri="{FF2B5EF4-FFF2-40B4-BE49-F238E27FC236}">
                <a16:creationId xmlns:a16="http://schemas.microsoft.com/office/drawing/2014/main" id="{603A9A4D-F2F2-D11C-0E45-87EE48F528E4}"/>
              </a:ext>
            </a:extLst>
          </p:cNvPr>
          <p:cNvSpPr/>
          <p:nvPr/>
        </p:nvSpPr>
        <p:spPr>
          <a:xfrm>
            <a:off x="6428246" y="2361673"/>
            <a:ext cx="324000" cy="324000"/>
          </a:xfrm>
          <a:prstGeom prst="triangl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" name="Textfeld 1">
            <a:extLst>
              <a:ext uri="{FF2B5EF4-FFF2-40B4-BE49-F238E27FC236}">
                <a16:creationId xmlns:a16="http://schemas.microsoft.com/office/drawing/2014/main" id="{213DF849-6636-68DA-3A4F-1984510CB18C}"/>
              </a:ext>
            </a:extLst>
          </p:cNvPr>
          <p:cNvSpPr txBox="1"/>
          <p:nvPr/>
        </p:nvSpPr>
        <p:spPr>
          <a:xfrm>
            <a:off x="3346638" y="2760475"/>
            <a:ext cx="8845362" cy="18774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de-DE" sz="1600" dirty="0">
                <a:solidFill>
                  <a:srgbClr val="002D72"/>
                </a:solidFill>
                <a:latin typeface="Arial Narrow" panose="020B0606020202030204" pitchFamily="34" charset="0"/>
              </a:rPr>
              <a:t>Erfassung und Abwicklung der verschiedenen Formen des Nachteilsausgleichs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de-DE" sz="1600" dirty="0">
                <a:solidFill>
                  <a:srgbClr val="002D72"/>
                </a:solidFill>
                <a:latin typeface="Arial Narrow" panose="020B0606020202030204" pitchFamily="34" charset="0"/>
              </a:rPr>
              <a:t>Planung und Durchführung Klassenkonferenz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de-DE" sz="1600" dirty="0">
                <a:solidFill>
                  <a:srgbClr val="002D72"/>
                </a:solidFill>
                <a:latin typeface="Arial Narrow" panose="020B0606020202030204" pitchFamily="34" charset="0"/>
              </a:rPr>
              <a:t>Fördermaßnahmen vor Einschulung (z.B. Vorlaufkurse)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de-DE" sz="1600" dirty="0">
                <a:solidFill>
                  <a:srgbClr val="002D72"/>
                </a:solidFill>
                <a:latin typeface="Arial Narrow" panose="020B0606020202030204" pitchFamily="34" charset="0"/>
              </a:rPr>
              <a:t>Vorbeugende Maßnahmen an allgemeinen Schulen 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de-DE" sz="1600" dirty="0">
                <a:solidFill>
                  <a:srgbClr val="002D72"/>
                </a:solidFill>
                <a:latin typeface="Arial Narrow" panose="020B0606020202030204" pitchFamily="34" charset="0"/>
              </a:rPr>
              <a:t>Basisfunktionen einer DMS – (Dokumentenablage)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de-DE" dirty="0">
              <a:solidFill>
                <a:srgbClr val="002D72"/>
              </a:solidFill>
              <a:latin typeface="Arial Narrow" panose="020B0606020202030204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03740114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41935A-8BC0-EF28-0749-2890EA7854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1">
            <a:extLst>
              <a:ext uri="{FF2B5EF4-FFF2-40B4-BE49-F238E27FC236}">
                <a16:creationId xmlns:a16="http://schemas.microsoft.com/office/drawing/2014/main" id="{4C6AE6E2-31B5-5F53-4F8F-5B00B8E3AC43}"/>
              </a:ext>
            </a:extLst>
          </p:cNvPr>
          <p:cNvSpPr txBox="1">
            <a:spLocks/>
          </p:cNvSpPr>
          <p:nvPr/>
        </p:nvSpPr>
        <p:spPr>
          <a:xfrm>
            <a:off x="515938" y="682606"/>
            <a:ext cx="9610259" cy="646331"/>
          </a:xfrm>
          <a:prstGeom prst="rect">
            <a:avLst/>
          </a:prstGeom>
          <a:ln>
            <a:solidFill>
              <a:srgbClr val="002D72"/>
            </a:solidFill>
          </a:ln>
        </p:spPr>
        <p:txBody>
          <a:bodyPr lIns="0" tIns="0" rIns="0" bIns="0" anchor="t" anchorCtr="0">
            <a:spAutoFit/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244894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244894"/>
                </a:solidFill>
                <a:latin typeface="Arial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244894"/>
                </a:solidFill>
                <a:latin typeface="Arial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244894"/>
                </a:solidFill>
                <a:latin typeface="Arial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244894"/>
                </a:solidFill>
                <a:latin typeface="Arial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244894"/>
                </a:solidFill>
                <a:latin typeface="Arial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244894"/>
                </a:solidFill>
                <a:latin typeface="Arial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244894"/>
                </a:solidFill>
                <a:latin typeface="Arial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244894"/>
                </a:solidFill>
                <a:latin typeface="Arial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de-DE" altLang="de-DE" sz="2200" dirty="0">
                <a:solidFill>
                  <a:srgbClr val="000000">
                    <a:lumMod val="75000"/>
                    <a:lumOff val="25000"/>
                  </a:srgbClr>
                </a:solidFill>
                <a:latin typeface="Arial"/>
              </a:rPr>
              <a:t>Imagekampagne</a:t>
            </a:r>
            <a:endParaRPr lang="de-DE" altLang="de-DE" sz="1600" dirty="0">
              <a:solidFill>
                <a:srgbClr val="000000">
                  <a:lumMod val="75000"/>
                  <a:lumOff val="25000"/>
                </a:srgbClr>
              </a:solidFill>
              <a:latin typeface="Arial"/>
            </a:endParaRPr>
          </a:p>
          <a:p>
            <a:pPr marR="0" lvl="0" indent="0" eaLnBrk="1" fontAlgn="base" hangingPunct="1">
              <a:lnSpc>
                <a:spcPct val="100000"/>
              </a:lnSpc>
              <a:spcBef>
                <a:spcPct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lang="de-DE" altLang="de-DE" sz="2000" dirty="0">
                <a:solidFill>
                  <a:srgbClr val="002D72"/>
                </a:solidFill>
                <a:latin typeface="+mn-lt"/>
                <a:ea typeface="+mn-ea"/>
                <a:cs typeface="+mn-cs"/>
              </a:rPr>
              <a:t>Die Schulämter</a:t>
            </a:r>
          </a:p>
        </p:txBody>
      </p:sp>
      <p:pic>
        <p:nvPicPr>
          <p:cNvPr id="186" name="Grafik 185">
            <a:extLst>
              <a:ext uri="{FF2B5EF4-FFF2-40B4-BE49-F238E27FC236}">
                <a16:creationId xmlns:a16="http://schemas.microsoft.com/office/drawing/2014/main" id="{86EE704F-5FC7-1FAA-6B22-0A51FA165AE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67918" y="4773150"/>
            <a:ext cx="4424082" cy="2084850"/>
          </a:xfrm>
          <a:prstGeom prst="rect">
            <a:avLst/>
          </a:prstGeom>
        </p:spPr>
      </p:pic>
      <p:sp>
        <p:nvSpPr>
          <p:cNvPr id="5" name="Textfeld 4">
            <a:extLst>
              <a:ext uri="{FF2B5EF4-FFF2-40B4-BE49-F238E27FC236}">
                <a16:creationId xmlns:a16="http://schemas.microsoft.com/office/drawing/2014/main" id="{06AB72A5-E592-B5F1-36E7-27D428AAD052}"/>
              </a:ext>
            </a:extLst>
          </p:cNvPr>
          <p:cNvSpPr txBox="1"/>
          <p:nvPr/>
        </p:nvSpPr>
        <p:spPr>
          <a:xfrm>
            <a:off x="904958" y="1830791"/>
            <a:ext cx="103872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Direkte Anlaufstelle für die Schulen, oft näher dran als das Ministerium und unmittelbarerer Einfluss</a:t>
            </a:r>
          </a:p>
        </p:txBody>
      </p:sp>
      <p:sp>
        <p:nvSpPr>
          <p:cNvPr id="9" name="Textfeld 8">
            <a:extLst>
              <a:ext uri="{FF2B5EF4-FFF2-40B4-BE49-F238E27FC236}">
                <a16:creationId xmlns:a16="http://schemas.microsoft.com/office/drawing/2014/main" id="{F1444E5E-7DED-DAF5-18F5-A768BDC4BE74}"/>
              </a:ext>
            </a:extLst>
          </p:cNvPr>
          <p:cNvSpPr txBox="1"/>
          <p:nvPr/>
        </p:nvSpPr>
        <p:spPr>
          <a:xfrm>
            <a:off x="900890" y="2215954"/>
            <a:ext cx="1038720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Gute Absichten und Ideen werden einfach umgesetzt, kollidieren aber oft mit den Plänen des Ministeriums, (Beispiel ila: Splint / Förderplanerstellung )</a:t>
            </a:r>
          </a:p>
        </p:txBody>
      </p:sp>
      <p:pic>
        <p:nvPicPr>
          <p:cNvPr id="3" name="Grafik 2" descr="Nach rechts zeigender Finger, Handrücken mit einfarbiger Füllung">
            <a:extLst>
              <a:ext uri="{FF2B5EF4-FFF2-40B4-BE49-F238E27FC236}">
                <a16:creationId xmlns:a16="http://schemas.microsoft.com/office/drawing/2014/main" id="{208E6993-F212-1447-149B-E0F99E88573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22002" y="1842589"/>
            <a:ext cx="390530" cy="390530"/>
          </a:xfrm>
          <a:prstGeom prst="rect">
            <a:avLst/>
          </a:prstGeom>
        </p:spPr>
      </p:pic>
      <p:pic>
        <p:nvPicPr>
          <p:cNvPr id="8" name="Grafik 7" descr="Nach rechts zeigender Finger, Handrücken mit einfarbiger Füllung">
            <a:extLst>
              <a:ext uri="{FF2B5EF4-FFF2-40B4-BE49-F238E27FC236}">
                <a16:creationId xmlns:a16="http://schemas.microsoft.com/office/drawing/2014/main" id="{317C1BB9-F9E5-5524-BAE0-A012A8D5012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14429" y="2338781"/>
            <a:ext cx="390530" cy="390530"/>
          </a:xfrm>
          <a:prstGeom prst="rect">
            <a:avLst/>
          </a:prstGeom>
        </p:spPr>
      </p:pic>
      <p:pic>
        <p:nvPicPr>
          <p:cNvPr id="11" name="Grafik 10" descr="Nach rechts zeigender Finger, Handrücken mit einfarbiger Füllung">
            <a:extLst>
              <a:ext uri="{FF2B5EF4-FFF2-40B4-BE49-F238E27FC236}">
                <a16:creationId xmlns:a16="http://schemas.microsoft.com/office/drawing/2014/main" id="{D1631222-BCFF-218B-39CF-190561A074F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10358" y="2885534"/>
            <a:ext cx="390530" cy="390530"/>
          </a:xfrm>
          <a:prstGeom prst="rect">
            <a:avLst/>
          </a:prstGeom>
        </p:spPr>
      </p:pic>
      <p:sp>
        <p:nvSpPr>
          <p:cNvPr id="12" name="Textfeld 11">
            <a:extLst>
              <a:ext uri="{FF2B5EF4-FFF2-40B4-BE49-F238E27FC236}">
                <a16:creationId xmlns:a16="http://schemas.microsoft.com/office/drawing/2014/main" id="{4EBD171D-991D-5777-4952-E75D422EE918}"/>
              </a:ext>
            </a:extLst>
          </p:cNvPr>
          <p:cNvSpPr txBox="1"/>
          <p:nvPr/>
        </p:nvSpPr>
        <p:spPr>
          <a:xfrm>
            <a:off x="900890" y="2880309"/>
            <a:ext cx="103872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Sind beiden Ebenen verpflichtet: Chance: Brückenfunktion / Risiko: dienen nur einer Ebene</a:t>
            </a:r>
          </a:p>
        </p:txBody>
      </p:sp>
      <p:sp>
        <p:nvSpPr>
          <p:cNvPr id="13" name="Titel 1">
            <a:extLst>
              <a:ext uri="{FF2B5EF4-FFF2-40B4-BE49-F238E27FC236}">
                <a16:creationId xmlns:a16="http://schemas.microsoft.com/office/drawing/2014/main" id="{5B54B87F-4376-5FEB-C0BC-865497D2F5C9}"/>
              </a:ext>
            </a:extLst>
          </p:cNvPr>
          <p:cNvSpPr txBox="1">
            <a:spLocks/>
          </p:cNvSpPr>
          <p:nvPr/>
        </p:nvSpPr>
        <p:spPr>
          <a:xfrm>
            <a:off x="914042" y="3708900"/>
            <a:ext cx="10411545" cy="307777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t" anchorCtr="0">
            <a:spAutoFit/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244894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244894"/>
                </a:solidFill>
                <a:latin typeface="Arial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244894"/>
                </a:solidFill>
                <a:latin typeface="Arial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244894"/>
                </a:solidFill>
                <a:latin typeface="Arial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244894"/>
                </a:solidFill>
                <a:latin typeface="Arial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244894"/>
                </a:solidFill>
                <a:latin typeface="Arial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244894"/>
                </a:solidFill>
                <a:latin typeface="Arial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244894"/>
                </a:solidFill>
                <a:latin typeface="Arial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244894"/>
                </a:solidFill>
                <a:latin typeface="Arial" charset="0"/>
              </a:defRPr>
            </a:lvl9pPr>
          </a:lstStyle>
          <a:p>
            <a:pPr marR="0" lvl="0" indent="0" eaLnBrk="1" fontAlgn="base" hangingPunct="1">
              <a:lnSpc>
                <a:spcPct val="100000"/>
              </a:lnSpc>
              <a:spcBef>
                <a:spcPct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lang="de-DE" altLang="de-DE" sz="20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Mehrwert durch Gegenseitigkeit: unterstützen, ermöglichen, vertreten…</a:t>
            </a:r>
          </a:p>
        </p:txBody>
      </p:sp>
      <p:sp>
        <p:nvSpPr>
          <p:cNvPr id="17" name="Textfeld 16">
            <a:extLst>
              <a:ext uri="{FF2B5EF4-FFF2-40B4-BE49-F238E27FC236}">
                <a16:creationId xmlns:a16="http://schemas.microsoft.com/office/drawing/2014/main" id="{23784768-AE12-942E-C666-E0A4D7A8BE33}"/>
              </a:ext>
            </a:extLst>
          </p:cNvPr>
          <p:cNvSpPr txBox="1"/>
          <p:nvPr/>
        </p:nvSpPr>
        <p:spPr>
          <a:xfrm>
            <a:off x="797027" y="4158296"/>
            <a:ext cx="103872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ila standardisiert wo Standardisierung einen ressortweiten Mehrwert schafft</a:t>
            </a:r>
          </a:p>
        </p:txBody>
      </p:sp>
      <p:pic>
        <p:nvPicPr>
          <p:cNvPr id="22" name="Grafik 21" descr="Ein Bild, das Clipart, Grafiken, Smiley, Design enthält.&#10;&#10;KI-generierte Inhalte können fehlerhaft sein.">
            <a:extLst>
              <a:ext uri="{FF2B5EF4-FFF2-40B4-BE49-F238E27FC236}">
                <a16:creationId xmlns:a16="http://schemas.microsoft.com/office/drawing/2014/main" id="{F9413DD3-BA75-EADD-0BEF-C14FD6463928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501" y="6406319"/>
            <a:ext cx="417436" cy="288000"/>
          </a:xfrm>
          <a:prstGeom prst="rect">
            <a:avLst/>
          </a:prstGeom>
        </p:spPr>
      </p:pic>
      <p:sp>
        <p:nvSpPr>
          <p:cNvPr id="23" name="Titel 1">
            <a:extLst>
              <a:ext uri="{FF2B5EF4-FFF2-40B4-BE49-F238E27FC236}">
                <a16:creationId xmlns:a16="http://schemas.microsoft.com/office/drawing/2014/main" id="{42CE9A3A-C3B1-8B3B-9A2A-61983E039E78}"/>
              </a:ext>
            </a:extLst>
          </p:cNvPr>
          <p:cNvSpPr txBox="1">
            <a:spLocks/>
          </p:cNvSpPr>
          <p:nvPr/>
        </p:nvSpPr>
        <p:spPr>
          <a:xfrm>
            <a:off x="912532" y="1470556"/>
            <a:ext cx="9610259" cy="307777"/>
          </a:xfrm>
          <a:prstGeom prst="rect">
            <a:avLst/>
          </a:prstGeom>
          <a:ln>
            <a:noFill/>
          </a:ln>
        </p:spPr>
        <p:txBody>
          <a:bodyPr lIns="0" tIns="0" rIns="0" bIns="0" anchor="t" anchorCtr="0">
            <a:spAutoFit/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244894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244894"/>
                </a:solidFill>
                <a:latin typeface="Arial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244894"/>
                </a:solidFill>
                <a:latin typeface="Arial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244894"/>
                </a:solidFill>
                <a:latin typeface="Arial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244894"/>
                </a:solidFill>
                <a:latin typeface="Arial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244894"/>
                </a:solidFill>
                <a:latin typeface="Arial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244894"/>
                </a:solidFill>
                <a:latin typeface="Arial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244894"/>
                </a:solidFill>
                <a:latin typeface="Arial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244894"/>
                </a:solidFill>
                <a:latin typeface="Arial" charset="0"/>
              </a:defRPr>
            </a:lvl9pPr>
          </a:lstStyle>
          <a:p>
            <a:pPr marR="0" lvl="0" indent="0" eaLnBrk="1" fontAlgn="base" hangingPunct="1">
              <a:lnSpc>
                <a:spcPct val="100000"/>
              </a:lnSpc>
              <a:spcBef>
                <a:spcPct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lang="de-DE" altLang="de-DE" sz="20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…sind einer unserer wichtigsten Stakeholder, weil:</a:t>
            </a:r>
          </a:p>
        </p:txBody>
      </p:sp>
      <p:pic>
        <p:nvPicPr>
          <p:cNvPr id="26" name="Grafik 25" descr="Lachendes Gesicht mit einfarbiger Füllung mit einfarbiger Füllung">
            <a:extLst>
              <a:ext uri="{FF2B5EF4-FFF2-40B4-BE49-F238E27FC236}">
                <a16:creationId xmlns:a16="http://schemas.microsoft.com/office/drawing/2014/main" id="{2EB17EEC-EFBF-6930-D26D-17533051996B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37027" y="4167628"/>
            <a:ext cx="360000" cy="360000"/>
          </a:xfrm>
          <a:prstGeom prst="rect">
            <a:avLst/>
          </a:prstGeom>
        </p:spPr>
      </p:pic>
      <p:sp>
        <p:nvSpPr>
          <p:cNvPr id="27" name="Textfeld 26">
            <a:extLst>
              <a:ext uri="{FF2B5EF4-FFF2-40B4-BE49-F238E27FC236}">
                <a16:creationId xmlns:a16="http://schemas.microsoft.com/office/drawing/2014/main" id="{683E7737-9EAC-334A-320B-CB7032180536}"/>
              </a:ext>
            </a:extLst>
          </p:cNvPr>
          <p:cNvSpPr txBox="1"/>
          <p:nvPr/>
        </p:nvSpPr>
        <p:spPr>
          <a:xfrm>
            <a:off x="797026" y="4600175"/>
            <a:ext cx="108441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ila reduziert Bürokratie und Verwaltungsaufwand und schafft somit mehr Raum für die Arbeit am Kind</a:t>
            </a:r>
          </a:p>
        </p:txBody>
      </p:sp>
      <p:pic>
        <p:nvPicPr>
          <p:cNvPr id="28" name="Grafik 27" descr="Lachendes Gesicht mit einfarbiger Füllung mit einfarbiger Füllung">
            <a:extLst>
              <a:ext uri="{FF2B5EF4-FFF2-40B4-BE49-F238E27FC236}">
                <a16:creationId xmlns:a16="http://schemas.microsoft.com/office/drawing/2014/main" id="{74BCE0F8-67ED-FAD2-9073-50E80C71DC66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37027" y="4609507"/>
            <a:ext cx="360000" cy="360000"/>
          </a:xfrm>
          <a:prstGeom prst="rect">
            <a:avLst/>
          </a:prstGeom>
        </p:spPr>
      </p:pic>
      <p:sp>
        <p:nvSpPr>
          <p:cNvPr id="29" name="Textfeld 28">
            <a:extLst>
              <a:ext uri="{FF2B5EF4-FFF2-40B4-BE49-F238E27FC236}">
                <a16:creationId xmlns:a16="http://schemas.microsoft.com/office/drawing/2014/main" id="{9C0335D4-B11D-AFDC-70F5-268D53B43C31}"/>
              </a:ext>
            </a:extLst>
          </p:cNvPr>
          <p:cNvSpPr txBox="1"/>
          <p:nvPr/>
        </p:nvSpPr>
        <p:spPr>
          <a:xfrm>
            <a:off x="797027" y="5061368"/>
            <a:ext cx="103872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ila liefert unterstützt  das Ziel einer datengestützten Schul- und Unterrichtsentwicklung</a:t>
            </a:r>
          </a:p>
        </p:txBody>
      </p:sp>
      <p:pic>
        <p:nvPicPr>
          <p:cNvPr id="30" name="Grafik 29" descr="Lachendes Gesicht mit einfarbiger Füllung mit einfarbiger Füllung">
            <a:extLst>
              <a:ext uri="{FF2B5EF4-FFF2-40B4-BE49-F238E27FC236}">
                <a16:creationId xmlns:a16="http://schemas.microsoft.com/office/drawing/2014/main" id="{6E13F6A6-7FF1-305A-6F10-DD87B4DAA678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37027" y="5070700"/>
            <a:ext cx="360000" cy="360000"/>
          </a:xfrm>
          <a:prstGeom prst="rect">
            <a:avLst/>
          </a:prstGeom>
        </p:spPr>
      </p:pic>
      <p:sp>
        <p:nvSpPr>
          <p:cNvPr id="31" name="Textfeld 30">
            <a:extLst>
              <a:ext uri="{FF2B5EF4-FFF2-40B4-BE49-F238E27FC236}">
                <a16:creationId xmlns:a16="http://schemas.microsoft.com/office/drawing/2014/main" id="{05FEE992-9182-6F4A-F8DE-51B1EF64A156}"/>
              </a:ext>
            </a:extLst>
          </p:cNvPr>
          <p:cNvSpPr txBox="1"/>
          <p:nvPr/>
        </p:nvSpPr>
        <p:spPr>
          <a:xfrm>
            <a:off x="817007" y="5562113"/>
            <a:ext cx="103872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ila ist ein Treiber für die notwendige, gemeinsame Dokumentenablage</a:t>
            </a:r>
          </a:p>
        </p:txBody>
      </p:sp>
      <p:pic>
        <p:nvPicPr>
          <p:cNvPr id="32" name="Grafik 31" descr="Lachendes Gesicht mit einfarbiger Füllung mit einfarbiger Füllung">
            <a:extLst>
              <a:ext uri="{FF2B5EF4-FFF2-40B4-BE49-F238E27FC236}">
                <a16:creationId xmlns:a16="http://schemas.microsoft.com/office/drawing/2014/main" id="{0F96339B-091B-C741-B842-62A25D1D2A01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57007" y="5604440"/>
            <a:ext cx="360000" cy="3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845322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C571DA-6C53-15D1-10EB-699D635F1D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1">
            <a:extLst>
              <a:ext uri="{FF2B5EF4-FFF2-40B4-BE49-F238E27FC236}">
                <a16:creationId xmlns:a16="http://schemas.microsoft.com/office/drawing/2014/main" id="{8F568C52-9AAB-6037-51A1-60D621F9866F}"/>
              </a:ext>
            </a:extLst>
          </p:cNvPr>
          <p:cNvSpPr txBox="1">
            <a:spLocks/>
          </p:cNvSpPr>
          <p:nvPr/>
        </p:nvSpPr>
        <p:spPr>
          <a:xfrm>
            <a:off x="515938" y="682606"/>
            <a:ext cx="9610259" cy="646331"/>
          </a:xfrm>
          <a:prstGeom prst="rect">
            <a:avLst/>
          </a:prstGeom>
          <a:ln>
            <a:solidFill>
              <a:srgbClr val="002D72"/>
            </a:solidFill>
          </a:ln>
        </p:spPr>
        <p:txBody>
          <a:bodyPr lIns="0" tIns="0" rIns="0" bIns="0" anchor="t" anchorCtr="0">
            <a:spAutoFit/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244894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244894"/>
                </a:solidFill>
                <a:latin typeface="Arial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244894"/>
                </a:solidFill>
                <a:latin typeface="Arial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244894"/>
                </a:solidFill>
                <a:latin typeface="Arial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244894"/>
                </a:solidFill>
                <a:latin typeface="Arial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244894"/>
                </a:solidFill>
                <a:latin typeface="Arial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244894"/>
                </a:solidFill>
                <a:latin typeface="Arial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244894"/>
                </a:solidFill>
                <a:latin typeface="Arial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244894"/>
                </a:solidFill>
                <a:latin typeface="Arial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de-DE" altLang="de-DE" sz="2200" dirty="0">
                <a:solidFill>
                  <a:srgbClr val="000000">
                    <a:lumMod val="75000"/>
                    <a:lumOff val="25000"/>
                  </a:srgbClr>
                </a:solidFill>
                <a:latin typeface="Arial"/>
              </a:rPr>
              <a:t>Imagekampagne</a:t>
            </a:r>
            <a:endParaRPr lang="de-DE" altLang="de-DE" sz="1600" dirty="0">
              <a:solidFill>
                <a:srgbClr val="000000">
                  <a:lumMod val="75000"/>
                  <a:lumOff val="25000"/>
                </a:srgbClr>
              </a:solidFill>
              <a:latin typeface="Arial"/>
            </a:endParaRPr>
          </a:p>
          <a:p>
            <a:pPr marR="0" lvl="0" indent="0" eaLnBrk="1" fontAlgn="base" hangingPunct="1">
              <a:lnSpc>
                <a:spcPct val="100000"/>
              </a:lnSpc>
              <a:spcBef>
                <a:spcPct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lang="de-DE" altLang="de-DE" sz="2000" dirty="0">
                <a:solidFill>
                  <a:srgbClr val="002D72"/>
                </a:solidFill>
                <a:latin typeface="+mn-lt"/>
                <a:ea typeface="+mn-ea"/>
                <a:cs typeface="+mn-cs"/>
              </a:rPr>
              <a:t>Das Ministerium</a:t>
            </a:r>
          </a:p>
        </p:txBody>
      </p:sp>
      <p:pic>
        <p:nvPicPr>
          <p:cNvPr id="186" name="Grafik 185">
            <a:extLst>
              <a:ext uri="{FF2B5EF4-FFF2-40B4-BE49-F238E27FC236}">
                <a16:creationId xmlns:a16="http://schemas.microsoft.com/office/drawing/2014/main" id="{C52D863A-7618-0407-AF99-522A0B943DD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67918" y="4773150"/>
            <a:ext cx="4424082" cy="2084850"/>
          </a:xfrm>
          <a:prstGeom prst="rect">
            <a:avLst/>
          </a:prstGeom>
        </p:spPr>
      </p:pic>
      <p:pic>
        <p:nvPicPr>
          <p:cNvPr id="3" name="Grafik 2" descr="Nach rechts zeigender Finger, Handrücken mit einfarbiger Füllung">
            <a:extLst>
              <a:ext uri="{FF2B5EF4-FFF2-40B4-BE49-F238E27FC236}">
                <a16:creationId xmlns:a16="http://schemas.microsoft.com/office/drawing/2014/main" id="{45FB9876-2D8D-A712-52F4-5B73999A9B7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24074" y="1909550"/>
            <a:ext cx="390530" cy="390530"/>
          </a:xfrm>
          <a:prstGeom prst="rect">
            <a:avLst/>
          </a:prstGeom>
        </p:spPr>
      </p:pic>
      <p:pic>
        <p:nvPicPr>
          <p:cNvPr id="8" name="Grafik 7" descr="Nach rechts zeigender Finger, Handrücken mit einfarbiger Füllung">
            <a:extLst>
              <a:ext uri="{FF2B5EF4-FFF2-40B4-BE49-F238E27FC236}">
                <a16:creationId xmlns:a16="http://schemas.microsoft.com/office/drawing/2014/main" id="{255F75CA-61C5-DE36-1672-D2C438D10EE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24074" y="2386937"/>
            <a:ext cx="390530" cy="390530"/>
          </a:xfrm>
          <a:prstGeom prst="rect">
            <a:avLst/>
          </a:prstGeom>
        </p:spPr>
      </p:pic>
      <p:pic>
        <p:nvPicPr>
          <p:cNvPr id="11" name="Grafik 10" descr="Nach rechts zeigender Finger, Handrücken mit einfarbiger Füllung">
            <a:extLst>
              <a:ext uri="{FF2B5EF4-FFF2-40B4-BE49-F238E27FC236}">
                <a16:creationId xmlns:a16="http://schemas.microsoft.com/office/drawing/2014/main" id="{165C265A-9961-2447-85AA-47C9F3EEF21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07800" y="3109417"/>
            <a:ext cx="390530" cy="390530"/>
          </a:xfrm>
          <a:prstGeom prst="rect">
            <a:avLst/>
          </a:prstGeom>
        </p:spPr>
      </p:pic>
      <p:sp>
        <p:nvSpPr>
          <p:cNvPr id="17" name="Textfeld 16">
            <a:extLst>
              <a:ext uri="{FF2B5EF4-FFF2-40B4-BE49-F238E27FC236}">
                <a16:creationId xmlns:a16="http://schemas.microsoft.com/office/drawing/2014/main" id="{D4FCBB29-E8C1-52E8-F187-4D17530FEB60}"/>
              </a:ext>
            </a:extLst>
          </p:cNvPr>
          <p:cNvSpPr txBox="1"/>
          <p:nvPr/>
        </p:nvSpPr>
        <p:spPr>
          <a:xfrm>
            <a:off x="914604" y="4226105"/>
            <a:ext cx="1112520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>
              <a:spcBef>
                <a:spcPct val="0"/>
              </a:spcBef>
              <a:spcAft>
                <a:spcPts val="1200"/>
              </a:spcAft>
              <a:defRPr/>
            </a:pPr>
            <a:r>
              <a:rPr lang="de-DE" altLang="de-DE" sz="2000" b="1" dirty="0"/>
              <a:t>Wie sichern wir uns Vertrauen und Rückendeckung  im eigenen Haus? (Erfolgsfaktor)</a:t>
            </a:r>
          </a:p>
        </p:txBody>
      </p:sp>
      <p:sp>
        <p:nvSpPr>
          <p:cNvPr id="2" name="Textfeld 1">
            <a:extLst>
              <a:ext uri="{FF2B5EF4-FFF2-40B4-BE49-F238E27FC236}">
                <a16:creationId xmlns:a16="http://schemas.microsoft.com/office/drawing/2014/main" id="{65226353-9E50-20E5-679D-AB77A4A06B74}"/>
              </a:ext>
            </a:extLst>
          </p:cNvPr>
          <p:cNvSpPr txBox="1"/>
          <p:nvPr/>
        </p:nvSpPr>
        <p:spPr>
          <a:xfrm>
            <a:off x="914604" y="1923062"/>
            <a:ext cx="103872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Unabgestimmte Ziele und Prioritäten verzögern/verhindern Ergebnisse </a:t>
            </a:r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90A55660-D36B-2FC5-B0AF-4504F52E12A2}"/>
              </a:ext>
            </a:extLst>
          </p:cNvPr>
          <p:cNvSpPr txBox="1"/>
          <p:nvPr/>
        </p:nvSpPr>
        <p:spPr>
          <a:xfrm>
            <a:off x="898330" y="2335915"/>
            <a:ext cx="1038720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Ohne Rückendeckung von oben und offizielles Durchsetzungsmandat besteht jederzeit Boykottgefahr und Fokus auf eigene Interessen.</a:t>
            </a:r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6ECEAEB0-845B-5253-49C7-665A81223332}"/>
              </a:ext>
            </a:extLst>
          </p:cNvPr>
          <p:cNvSpPr txBox="1"/>
          <p:nvPr/>
        </p:nvSpPr>
        <p:spPr>
          <a:xfrm>
            <a:off x="898330" y="3042896"/>
            <a:ext cx="1038720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Mangelhafte Fehlerkultur, Silodenken und ungeklärte Entscheidungsbefugnisse bei ausgeprägter Hierarchieaffinität verhindern einen gemeinsamen Blick auf das Wesentliche (z. B. Alltagswirklichkeit Zielgruppe, Praktikabilität theoretischer Modelle) </a:t>
            </a:r>
          </a:p>
        </p:txBody>
      </p:sp>
      <p:pic>
        <p:nvPicPr>
          <p:cNvPr id="10" name="Grafik 9" descr="Ein Bild, das Clipart, Grafiken, Smiley, Design enthält.&#10;&#10;KI-generierte Inhalte können fehlerhaft sein.">
            <a:extLst>
              <a:ext uri="{FF2B5EF4-FFF2-40B4-BE49-F238E27FC236}">
                <a16:creationId xmlns:a16="http://schemas.microsoft.com/office/drawing/2014/main" id="{2B3EF7BB-FBD2-7143-BE2D-F178E8ADC9A4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565" y="6434269"/>
            <a:ext cx="417436" cy="288000"/>
          </a:xfrm>
          <a:prstGeom prst="rect">
            <a:avLst/>
          </a:prstGeom>
        </p:spPr>
      </p:pic>
      <p:sp>
        <p:nvSpPr>
          <p:cNvPr id="24" name="Titel 1">
            <a:extLst>
              <a:ext uri="{FF2B5EF4-FFF2-40B4-BE49-F238E27FC236}">
                <a16:creationId xmlns:a16="http://schemas.microsoft.com/office/drawing/2014/main" id="{88C553DE-D398-955B-5440-9B11BD68D63D}"/>
              </a:ext>
            </a:extLst>
          </p:cNvPr>
          <p:cNvSpPr txBox="1">
            <a:spLocks/>
          </p:cNvSpPr>
          <p:nvPr/>
        </p:nvSpPr>
        <p:spPr>
          <a:xfrm>
            <a:off x="1004999" y="1531833"/>
            <a:ext cx="9610259" cy="307777"/>
          </a:xfrm>
          <a:prstGeom prst="rect">
            <a:avLst/>
          </a:prstGeom>
          <a:ln>
            <a:noFill/>
          </a:ln>
        </p:spPr>
        <p:txBody>
          <a:bodyPr lIns="0" tIns="0" rIns="0" bIns="0" anchor="t" anchorCtr="0">
            <a:spAutoFit/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244894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244894"/>
                </a:solidFill>
                <a:latin typeface="Arial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244894"/>
                </a:solidFill>
                <a:latin typeface="Arial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244894"/>
                </a:solidFill>
                <a:latin typeface="Arial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244894"/>
                </a:solidFill>
                <a:latin typeface="Arial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244894"/>
                </a:solidFill>
                <a:latin typeface="Arial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244894"/>
                </a:solidFill>
                <a:latin typeface="Arial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244894"/>
                </a:solidFill>
                <a:latin typeface="Arial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244894"/>
                </a:solidFill>
                <a:latin typeface="Arial" charset="0"/>
              </a:defRPr>
            </a:lvl9pPr>
          </a:lstStyle>
          <a:p>
            <a:pPr marR="0" lvl="0" indent="0" eaLnBrk="1" fontAlgn="base" hangingPunct="1">
              <a:lnSpc>
                <a:spcPct val="100000"/>
              </a:lnSpc>
              <a:spcBef>
                <a:spcPct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lang="de-DE" altLang="de-DE" sz="20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…warum brauchen wir gezielte Maßnahmen im eigenen Haus?</a:t>
            </a:r>
          </a:p>
        </p:txBody>
      </p:sp>
      <p:pic>
        <p:nvPicPr>
          <p:cNvPr id="25" name="Grafik 24" descr="Lachendes Gesicht mit einfarbiger Füllung mit einfarbiger Füllung">
            <a:extLst>
              <a:ext uri="{FF2B5EF4-FFF2-40B4-BE49-F238E27FC236}">
                <a16:creationId xmlns:a16="http://schemas.microsoft.com/office/drawing/2014/main" id="{1C5DBE68-EA1C-FCA5-FB64-802C6DCB44D7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57007" y="4624244"/>
            <a:ext cx="360000" cy="360000"/>
          </a:xfrm>
          <a:prstGeom prst="rect">
            <a:avLst/>
          </a:prstGeom>
        </p:spPr>
      </p:pic>
      <p:pic>
        <p:nvPicPr>
          <p:cNvPr id="26" name="Grafik 25" descr="Lachendes Gesicht mit einfarbiger Füllung mit einfarbiger Füllung">
            <a:extLst>
              <a:ext uri="{FF2B5EF4-FFF2-40B4-BE49-F238E27FC236}">
                <a16:creationId xmlns:a16="http://schemas.microsoft.com/office/drawing/2014/main" id="{E4CE5153-5EF5-4B2F-499C-B1E085BBE2B2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57016" y="5100427"/>
            <a:ext cx="360000" cy="360000"/>
          </a:xfrm>
          <a:prstGeom prst="rect">
            <a:avLst/>
          </a:prstGeom>
        </p:spPr>
      </p:pic>
      <p:pic>
        <p:nvPicPr>
          <p:cNvPr id="27" name="Grafik 26" descr="Lachendes Gesicht mit einfarbiger Füllung mit einfarbiger Füllung">
            <a:extLst>
              <a:ext uri="{FF2B5EF4-FFF2-40B4-BE49-F238E27FC236}">
                <a16:creationId xmlns:a16="http://schemas.microsoft.com/office/drawing/2014/main" id="{F0FB2BC8-5811-ED3B-E40B-5E77DC663DF1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57007" y="5604440"/>
            <a:ext cx="360000" cy="3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004264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AB9300-DD3D-C899-9BA5-A2F976CC72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1">
            <a:extLst>
              <a:ext uri="{FF2B5EF4-FFF2-40B4-BE49-F238E27FC236}">
                <a16:creationId xmlns:a16="http://schemas.microsoft.com/office/drawing/2014/main" id="{66992593-9FCB-064A-7F1D-21693C743508}"/>
              </a:ext>
            </a:extLst>
          </p:cNvPr>
          <p:cNvSpPr txBox="1">
            <a:spLocks/>
          </p:cNvSpPr>
          <p:nvPr/>
        </p:nvSpPr>
        <p:spPr>
          <a:xfrm>
            <a:off x="515938" y="682606"/>
            <a:ext cx="9610259" cy="954107"/>
          </a:xfrm>
          <a:prstGeom prst="rect">
            <a:avLst/>
          </a:prstGeom>
          <a:ln>
            <a:noFill/>
          </a:ln>
        </p:spPr>
        <p:txBody>
          <a:bodyPr lIns="0" tIns="0" rIns="0" bIns="0" anchor="t" anchorCtr="0">
            <a:spAutoFit/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244894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244894"/>
                </a:solidFill>
                <a:latin typeface="Arial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244894"/>
                </a:solidFill>
                <a:latin typeface="Arial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244894"/>
                </a:solidFill>
                <a:latin typeface="Arial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244894"/>
                </a:solidFill>
                <a:latin typeface="Arial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244894"/>
                </a:solidFill>
                <a:latin typeface="Arial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244894"/>
                </a:solidFill>
                <a:latin typeface="Arial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244894"/>
                </a:solidFill>
                <a:latin typeface="Arial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244894"/>
                </a:solidFill>
                <a:latin typeface="Arial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de-DE" altLang="de-DE" sz="2200" dirty="0">
                <a:solidFill>
                  <a:srgbClr val="000000">
                    <a:lumMod val="75000"/>
                    <a:lumOff val="25000"/>
                  </a:srgbClr>
                </a:solidFill>
                <a:latin typeface="Arial"/>
              </a:rPr>
              <a:t>Botschaft für unsere internen Stakeholder</a:t>
            </a:r>
          </a:p>
          <a:p>
            <a:pPr>
              <a:defRPr/>
            </a:pPr>
            <a:r>
              <a:rPr lang="de-DE" altLang="de-DE" sz="2000" dirty="0">
                <a:solidFill>
                  <a:srgbClr val="002D72"/>
                </a:solidFill>
              </a:rPr>
              <a:t>Was mal gesagt werden muss: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de-DE" altLang="de-DE" sz="2000" dirty="0">
              <a:solidFill>
                <a:srgbClr val="002D72"/>
              </a:solidFill>
              <a:latin typeface="+mn-lt"/>
              <a:ea typeface="+mn-ea"/>
              <a:cs typeface="+mn-cs"/>
            </a:endParaRPr>
          </a:p>
        </p:txBody>
      </p:sp>
      <p:pic>
        <p:nvPicPr>
          <p:cNvPr id="186" name="Grafik 185">
            <a:extLst>
              <a:ext uri="{FF2B5EF4-FFF2-40B4-BE49-F238E27FC236}">
                <a16:creationId xmlns:a16="http://schemas.microsoft.com/office/drawing/2014/main" id="{B0A82CDC-EF31-A9B5-2190-44CB3ED6E88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67918" y="4773150"/>
            <a:ext cx="4424082" cy="2084850"/>
          </a:xfrm>
          <a:prstGeom prst="rect">
            <a:avLst/>
          </a:prstGeom>
        </p:spPr>
      </p:pic>
      <p:pic>
        <p:nvPicPr>
          <p:cNvPr id="14" name="Grafik 13" descr="Ein Bild, das Clipart, Grafiken, Smiley, Design enthält.&#10;&#10;KI-generierte Inhalte können fehlerhaft sein.">
            <a:extLst>
              <a:ext uri="{FF2B5EF4-FFF2-40B4-BE49-F238E27FC236}">
                <a16:creationId xmlns:a16="http://schemas.microsoft.com/office/drawing/2014/main" id="{7B86084E-D289-884E-CA58-A4C5026E3683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502" y="6451086"/>
            <a:ext cx="417436" cy="288000"/>
          </a:xfrm>
          <a:prstGeom prst="rect">
            <a:avLst/>
          </a:prstGeom>
        </p:spPr>
      </p:pic>
      <p:pic>
        <p:nvPicPr>
          <p:cNvPr id="8" name="Grafik 7" descr="Warnung mit einfarbiger Füllung">
            <a:extLst>
              <a:ext uri="{FF2B5EF4-FFF2-40B4-BE49-F238E27FC236}">
                <a16:creationId xmlns:a16="http://schemas.microsoft.com/office/drawing/2014/main" id="{9A187835-67F6-02C2-382C-9527AD082CF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80723" y="2695034"/>
            <a:ext cx="504000" cy="504000"/>
          </a:xfrm>
          <a:prstGeom prst="rect">
            <a:avLst/>
          </a:prstGeom>
        </p:spPr>
      </p:pic>
      <p:sp>
        <p:nvSpPr>
          <p:cNvPr id="11" name="Textfeld 10">
            <a:extLst>
              <a:ext uri="{FF2B5EF4-FFF2-40B4-BE49-F238E27FC236}">
                <a16:creationId xmlns:a16="http://schemas.microsoft.com/office/drawing/2014/main" id="{68449ACD-A49B-90BF-9774-F93AA48717F5}"/>
              </a:ext>
            </a:extLst>
          </p:cNvPr>
          <p:cNvSpPr txBox="1"/>
          <p:nvPr/>
        </p:nvSpPr>
        <p:spPr>
          <a:xfrm>
            <a:off x="1084723" y="2664943"/>
            <a:ext cx="10609264" cy="13080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>
              <a:spcBef>
                <a:spcPct val="0"/>
              </a:spcBef>
              <a:spcAft>
                <a:spcPts val="600"/>
              </a:spcAft>
              <a:defRPr/>
            </a:pPr>
            <a:r>
              <a:rPr lang="de-DE" altLang="de-DE" sz="1600" b="1" dirty="0"/>
              <a:t>Der Erfolg von ila ist ein Erfolg für das gesamte Ressort und darüber hinaus: </a:t>
            </a:r>
          </a:p>
          <a:p>
            <a:pPr marL="342900" indent="-342900" fontAlgn="base">
              <a:spcBef>
                <a:spcPct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/>
            </a:pPr>
            <a:r>
              <a:rPr lang="de-DE" altLang="de-DE" sz="1600" dirty="0"/>
              <a:t>für die Kinder und die Lehrkräfte und somit die Zukunftsfähigkeit des Landes.</a:t>
            </a:r>
          </a:p>
          <a:p>
            <a:pPr marL="342900" indent="-342900" fontAlgn="base">
              <a:spcBef>
                <a:spcPct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/>
            </a:pPr>
            <a:r>
              <a:rPr lang="de-DE" altLang="de-DE" sz="1600" dirty="0"/>
              <a:t>für alle aktuellen und kommenden Digitalisierungsvorgaben (Vorgehen, Tools, Skills) </a:t>
            </a:r>
          </a:p>
          <a:p>
            <a:pPr marL="342900" indent="-342900" fontAlgn="base">
              <a:spcBef>
                <a:spcPct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/>
            </a:pPr>
            <a:r>
              <a:rPr lang="de-DE" altLang="de-DE" sz="1600" dirty="0"/>
              <a:t>für die politischen Ermöglicher und Verantwortlichen </a:t>
            </a:r>
          </a:p>
        </p:txBody>
      </p:sp>
      <p:pic>
        <p:nvPicPr>
          <p:cNvPr id="16" name="Grafik 15" descr="Warnung mit einfarbiger Füllung">
            <a:extLst>
              <a:ext uri="{FF2B5EF4-FFF2-40B4-BE49-F238E27FC236}">
                <a16:creationId xmlns:a16="http://schemas.microsoft.com/office/drawing/2014/main" id="{F2B458A7-5C4B-6026-EE65-117BDB195B4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80723" y="4313266"/>
            <a:ext cx="504000" cy="504000"/>
          </a:xfrm>
          <a:prstGeom prst="rect">
            <a:avLst/>
          </a:prstGeom>
        </p:spPr>
      </p:pic>
      <p:sp>
        <p:nvSpPr>
          <p:cNvPr id="17" name="Textfeld 16">
            <a:extLst>
              <a:ext uri="{FF2B5EF4-FFF2-40B4-BE49-F238E27FC236}">
                <a16:creationId xmlns:a16="http://schemas.microsoft.com/office/drawing/2014/main" id="{7781DE8A-28C4-DB09-B6F3-627EF21A0879}"/>
              </a:ext>
            </a:extLst>
          </p:cNvPr>
          <p:cNvSpPr txBox="1"/>
          <p:nvPr/>
        </p:nvSpPr>
        <p:spPr>
          <a:xfrm>
            <a:off x="1066799" y="4250484"/>
            <a:ext cx="10609264" cy="22006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>
              <a:spcBef>
                <a:spcPct val="0"/>
              </a:spcBef>
              <a:spcAft>
                <a:spcPts val="600"/>
              </a:spcAft>
              <a:defRPr/>
            </a:pPr>
            <a:r>
              <a:rPr lang="de-DE" altLang="de-DE" sz="1600" b="1" dirty="0"/>
              <a:t>Wenn ila scheitert, dann scheitert nicht nur das Projekt:</a:t>
            </a:r>
          </a:p>
          <a:p>
            <a:pPr marL="342900" indent="-342900" fontAlgn="base">
              <a:spcBef>
                <a:spcPct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/>
            </a:pPr>
            <a:r>
              <a:rPr lang="de-DE" altLang="de-DE" sz="1600" dirty="0"/>
              <a:t>Das Bildungsniveau wird im internationalen Vergleich weiter sinken, weil die steigenden Defizite in der Grundschule nicht ausgeglichen werden</a:t>
            </a:r>
          </a:p>
          <a:p>
            <a:pPr marL="342900" indent="-342900" fontAlgn="base">
              <a:spcBef>
                <a:spcPct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/>
            </a:pPr>
            <a:r>
              <a:rPr lang="de-DE" altLang="de-DE" sz="1600" dirty="0"/>
              <a:t>Ein weiterer Beweis wird erbracht worden sein, dass die Voraussetzungen für Digitalisierung </a:t>
            </a:r>
            <a:br>
              <a:rPr lang="de-DE" altLang="de-DE" sz="1600" dirty="0"/>
            </a:br>
            <a:r>
              <a:rPr lang="de-DE" altLang="de-DE" sz="1600" dirty="0"/>
              <a:t>nach wie vor nicht vorhanden sind (Mindset, Rahmenbedingungen; Ressourcen)</a:t>
            </a:r>
          </a:p>
          <a:p>
            <a:pPr marL="342900" indent="-342900" fontAlgn="base">
              <a:spcBef>
                <a:spcPct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/>
            </a:pPr>
            <a:r>
              <a:rPr lang="de-DE" altLang="de-DE" sz="1600" dirty="0"/>
              <a:t>Das Vertrauen in das Ministerium wird wieder und weiter tief beschädigt.</a:t>
            </a:r>
          </a:p>
          <a:p>
            <a:pPr marL="342900" indent="-342900" fontAlgn="base">
              <a:spcBef>
                <a:spcPct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/>
            </a:pPr>
            <a:endParaRPr lang="de-DE" altLang="de-DE" sz="1600" dirty="0"/>
          </a:p>
        </p:txBody>
      </p:sp>
      <p:pic>
        <p:nvPicPr>
          <p:cNvPr id="18" name="Grafik 17" descr="Warnung mit einfarbiger Füllung">
            <a:extLst>
              <a:ext uri="{FF2B5EF4-FFF2-40B4-BE49-F238E27FC236}">
                <a16:creationId xmlns:a16="http://schemas.microsoft.com/office/drawing/2014/main" id="{FBE10ECB-A0E4-2E82-17D8-BF4A3FC0105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39368" y="1564546"/>
            <a:ext cx="504000" cy="504000"/>
          </a:xfrm>
          <a:prstGeom prst="rect">
            <a:avLst/>
          </a:prstGeom>
        </p:spPr>
      </p:pic>
      <p:sp>
        <p:nvSpPr>
          <p:cNvPr id="19" name="Textfeld 18">
            <a:extLst>
              <a:ext uri="{FF2B5EF4-FFF2-40B4-BE49-F238E27FC236}">
                <a16:creationId xmlns:a16="http://schemas.microsoft.com/office/drawing/2014/main" id="{0A084680-FD1E-91DF-F952-8D7A9B0E84AA}"/>
              </a:ext>
            </a:extLst>
          </p:cNvPr>
          <p:cNvSpPr txBox="1"/>
          <p:nvPr/>
        </p:nvSpPr>
        <p:spPr>
          <a:xfrm>
            <a:off x="1066798" y="1477992"/>
            <a:ext cx="1060926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fontAlgn="base">
              <a:spcBef>
                <a:spcPct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/>
            </a:pPr>
            <a:r>
              <a:rPr lang="de-DE" altLang="de-DE" sz="1600" dirty="0"/>
              <a:t>ila ist das anspruchsvollste, fachlich komplexeste und umfangreichste IT-Projekt im ganzen Ressort  </a:t>
            </a:r>
          </a:p>
        </p:txBody>
      </p:sp>
      <p:sp>
        <p:nvSpPr>
          <p:cNvPr id="20" name="Textfeld 19">
            <a:extLst>
              <a:ext uri="{FF2B5EF4-FFF2-40B4-BE49-F238E27FC236}">
                <a16:creationId xmlns:a16="http://schemas.microsoft.com/office/drawing/2014/main" id="{B6819B3E-0268-2AB4-DF60-39A2A09EB7DB}"/>
              </a:ext>
            </a:extLst>
          </p:cNvPr>
          <p:cNvSpPr txBox="1"/>
          <p:nvPr/>
        </p:nvSpPr>
        <p:spPr>
          <a:xfrm>
            <a:off x="1066799" y="1783122"/>
            <a:ext cx="1060926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fontAlgn="base">
              <a:spcBef>
                <a:spcPct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/>
            </a:pPr>
            <a:r>
              <a:rPr lang="de-DE" altLang="de-DE" sz="1600" dirty="0"/>
              <a:t>Der geringe Umfang der eingesetzten, personellen Ressourcen wird den Anforderungen nur durch überdurchschnittlichen Einsatz, Lernbereitschaft  und Frustrationstoleranz gerecht*</a:t>
            </a:r>
          </a:p>
        </p:txBody>
      </p:sp>
      <p:sp>
        <p:nvSpPr>
          <p:cNvPr id="21" name="Textfeld 20">
            <a:extLst>
              <a:ext uri="{FF2B5EF4-FFF2-40B4-BE49-F238E27FC236}">
                <a16:creationId xmlns:a16="http://schemas.microsoft.com/office/drawing/2014/main" id="{8C1F6656-581D-748F-9F2D-9D0B37D16B24}"/>
              </a:ext>
            </a:extLst>
          </p:cNvPr>
          <p:cNvSpPr txBox="1"/>
          <p:nvPr/>
        </p:nvSpPr>
        <p:spPr>
          <a:xfrm>
            <a:off x="799846" y="6364253"/>
            <a:ext cx="707875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baseline="-25000" dirty="0"/>
              <a:t>*</a:t>
            </a:r>
            <a:r>
              <a:rPr lang="de-DE" sz="1400" baseline="-25000" dirty="0"/>
              <a:t>quantitativ aber auch qualitativ, da es für die erforderlichen Skills und Erfahrungen intern bisher keine fundierten Referenzen gibt</a:t>
            </a:r>
          </a:p>
        </p:txBody>
      </p:sp>
    </p:spTree>
    <p:extLst>
      <p:ext uri="{BB962C8B-B14F-4D97-AF65-F5344CB8AC3E}">
        <p14:creationId xmlns:p14="http://schemas.microsoft.com/office/powerpoint/2010/main" val="143476752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1F54B7-1B3B-CE0D-2137-F20751B489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1">
            <a:extLst>
              <a:ext uri="{FF2B5EF4-FFF2-40B4-BE49-F238E27FC236}">
                <a16:creationId xmlns:a16="http://schemas.microsoft.com/office/drawing/2014/main" id="{2094ABDC-CCEC-31AA-D1B8-314A9A36C53B}"/>
              </a:ext>
            </a:extLst>
          </p:cNvPr>
          <p:cNvSpPr txBox="1">
            <a:spLocks/>
          </p:cNvSpPr>
          <p:nvPr/>
        </p:nvSpPr>
        <p:spPr>
          <a:xfrm>
            <a:off x="515938" y="682606"/>
            <a:ext cx="9610259" cy="646331"/>
          </a:xfrm>
          <a:prstGeom prst="rect">
            <a:avLst/>
          </a:prstGeom>
          <a:ln>
            <a:noFill/>
          </a:ln>
        </p:spPr>
        <p:txBody>
          <a:bodyPr lIns="0" tIns="0" rIns="0" bIns="0" anchor="t" anchorCtr="0">
            <a:spAutoFit/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244894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244894"/>
                </a:solidFill>
                <a:latin typeface="Arial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244894"/>
                </a:solidFill>
                <a:latin typeface="Arial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244894"/>
                </a:solidFill>
                <a:latin typeface="Arial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244894"/>
                </a:solidFill>
                <a:latin typeface="Arial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244894"/>
                </a:solidFill>
                <a:latin typeface="Arial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244894"/>
                </a:solidFill>
                <a:latin typeface="Arial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244894"/>
                </a:solidFill>
                <a:latin typeface="Arial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244894"/>
                </a:solidFill>
                <a:latin typeface="Arial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de-DE" altLang="de-DE" sz="2200" dirty="0">
                <a:solidFill>
                  <a:srgbClr val="000000">
                    <a:lumMod val="75000"/>
                    <a:lumOff val="25000"/>
                  </a:srgbClr>
                </a:solidFill>
                <a:latin typeface="Arial"/>
              </a:rPr>
              <a:t>Nächste Schritte</a:t>
            </a:r>
            <a:endParaRPr lang="de-DE" altLang="de-DE" sz="1600" dirty="0">
              <a:solidFill>
                <a:srgbClr val="000000">
                  <a:lumMod val="75000"/>
                  <a:lumOff val="25000"/>
                </a:srgbClr>
              </a:solidFill>
              <a:latin typeface="Arial"/>
            </a:endParaRPr>
          </a:p>
          <a:p>
            <a:pPr marR="0" lvl="0" indent="0" eaLnBrk="1" fontAlgn="base" hangingPunct="1">
              <a:lnSpc>
                <a:spcPct val="100000"/>
              </a:lnSpc>
              <a:spcBef>
                <a:spcPct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endParaRPr lang="de-DE" altLang="de-DE" sz="2000" dirty="0">
              <a:solidFill>
                <a:srgbClr val="002D72"/>
              </a:solidFill>
              <a:latin typeface="+mn-lt"/>
              <a:ea typeface="+mn-ea"/>
              <a:cs typeface="+mn-cs"/>
            </a:endParaRPr>
          </a:p>
        </p:txBody>
      </p:sp>
      <p:pic>
        <p:nvPicPr>
          <p:cNvPr id="186" name="Grafik 185">
            <a:extLst>
              <a:ext uri="{FF2B5EF4-FFF2-40B4-BE49-F238E27FC236}">
                <a16:creationId xmlns:a16="http://schemas.microsoft.com/office/drawing/2014/main" id="{1C40B8F1-C30D-850C-23D7-F36546C0301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67918" y="4773150"/>
            <a:ext cx="4424082" cy="2084850"/>
          </a:xfrm>
          <a:prstGeom prst="rect">
            <a:avLst/>
          </a:prstGeom>
        </p:spPr>
      </p:pic>
      <p:sp>
        <p:nvSpPr>
          <p:cNvPr id="2" name="Textfeld 1">
            <a:extLst>
              <a:ext uri="{FF2B5EF4-FFF2-40B4-BE49-F238E27FC236}">
                <a16:creationId xmlns:a16="http://schemas.microsoft.com/office/drawing/2014/main" id="{2A7BFFE5-D4A6-BB0B-3F5D-7433C34DD291}"/>
              </a:ext>
            </a:extLst>
          </p:cNvPr>
          <p:cNvSpPr txBox="1"/>
          <p:nvPr/>
        </p:nvSpPr>
        <p:spPr>
          <a:xfrm>
            <a:off x="407988" y="1184816"/>
            <a:ext cx="1038720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000" b="1" dirty="0">
                <a:solidFill>
                  <a:srgbClr val="002D72"/>
                </a:solidFill>
              </a:rPr>
              <a:t>Vorbereitung Termin 07.08.2025</a:t>
            </a:r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7A54F1B0-1F2E-B798-EF2F-E6527CD15E9E}"/>
              </a:ext>
            </a:extLst>
          </p:cNvPr>
          <p:cNvSpPr txBox="1"/>
          <p:nvPr/>
        </p:nvSpPr>
        <p:spPr>
          <a:xfrm>
            <a:off x="902399" y="1505908"/>
            <a:ext cx="10387202" cy="21185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de-DE" dirty="0"/>
              <a:t>Prototyp zeigen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de-DE" dirty="0"/>
              <a:t>Wir Gefühl stärken / Apell und Mohrrüben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de-DE" dirty="0"/>
              <a:t>Ansprechpartner / Multiplikatoren wünschen (anfordern)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de-DE" dirty="0"/>
              <a:t>Aufwandsarmen aber regelmäßigen  Austauschkanal etablieren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de-DE" dirty="0"/>
              <a:t>Pilotkonzept vorstellen?</a:t>
            </a:r>
          </a:p>
        </p:txBody>
      </p:sp>
      <p:pic>
        <p:nvPicPr>
          <p:cNvPr id="5" name="Grafik 4" descr="Nach rechts zeigender Finger, Handrücken mit einfarbiger Füllung">
            <a:extLst>
              <a:ext uri="{FF2B5EF4-FFF2-40B4-BE49-F238E27FC236}">
                <a16:creationId xmlns:a16="http://schemas.microsoft.com/office/drawing/2014/main" id="{546BA3F0-446C-4495-1AFE-93D269A70C9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15938" y="1642452"/>
            <a:ext cx="390530" cy="390530"/>
          </a:xfrm>
          <a:prstGeom prst="rect">
            <a:avLst/>
          </a:prstGeom>
        </p:spPr>
      </p:pic>
      <p:sp>
        <p:nvSpPr>
          <p:cNvPr id="9" name="Textfeld 8">
            <a:extLst>
              <a:ext uri="{FF2B5EF4-FFF2-40B4-BE49-F238E27FC236}">
                <a16:creationId xmlns:a16="http://schemas.microsoft.com/office/drawing/2014/main" id="{04D14D70-74CF-B994-1AA4-4F7B41FC41C5}"/>
              </a:ext>
            </a:extLst>
          </p:cNvPr>
          <p:cNvSpPr txBox="1"/>
          <p:nvPr/>
        </p:nvSpPr>
        <p:spPr>
          <a:xfrm>
            <a:off x="407988" y="3752166"/>
            <a:ext cx="1038720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000" b="1" dirty="0">
                <a:solidFill>
                  <a:srgbClr val="002D72"/>
                </a:solidFill>
              </a:rPr>
              <a:t>Pilotkonzept umsetzen und Ergebnisse taktisch nutzen</a:t>
            </a:r>
          </a:p>
        </p:txBody>
      </p:sp>
      <p:sp>
        <p:nvSpPr>
          <p:cNvPr id="10" name="Textfeld 9">
            <a:extLst>
              <a:ext uri="{FF2B5EF4-FFF2-40B4-BE49-F238E27FC236}">
                <a16:creationId xmlns:a16="http://schemas.microsoft.com/office/drawing/2014/main" id="{5B44DDF5-5067-A700-AF65-4B51D69C1A18}"/>
              </a:ext>
            </a:extLst>
          </p:cNvPr>
          <p:cNvSpPr txBox="1"/>
          <p:nvPr/>
        </p:nvSpPr>
        <p:spPr>
          <a:xfrm>
            <a:off x="940761" y="4152276"/>
            <a:ext cx="10387202" cy="16158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de-DE" dirty="0"/>
              <a:t>Rekrutierungspool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de-DE" dirty="0"/>
              <a:t>Kommunikation im Vorfeld (siehe </a:t>
            </a:r>
            <a:r>
              <a:rPr lang="de-DE" dirty="0" err="1"/>
              <a:t>Onepager</a:t>
            </a:r>
            <a:r>
              <a:rPr lang="de-DE" dirty="0"/>
              <a:t>)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de-DE" dirty="0"/>
              <a:t>Transparenz im Hinblick auf Datenerhebung und Auswertung</a:t>
            </a:r>
          </a:p>
          <a:p>
            <a:endParaRPr lang="de-DE" dirty="0"/>
          </a:p>
        </p:txBody>
      </p:sp>
      <p:pic>
        <p:nvPicPr>
          <p:cNvPr id="12" name="Grafik 11" descr="Nach rechts zeigender Finger, Handrücken mit einfarbiger Füllung">
            <a:extLst>
              <a:ext uri="{FF2B5EF4-FFF2-40B4-BE49-F238E27FC236}">
                <a16:creationId xmlns:a16="http://schemas.microsoft.com/office/drawing/2014/main" id="{E97D2588-A5A2-D8A1-9018-DC646270E8F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50231" y="4288764"/>
            <a:ext cx="390530" cy="390530"/>
          </a:xfrm>
          <a:prstGeom prst="rect">
            <a:avLst/>
          </a:prstGeom>
        </p:spPr>
      </p:pic>
      <p:pic>
        <p:nvPicPr>
          <p:cNvPr id="14" name="Grafik 13" descr="Ein Bild, das Clipart, Grafiken, Smiley, Design enthält.&#10;&#10;KI-generierte Inhalte können fehlerhaft sein.">
            <a:extLst>
              <a:ext uri="{FF2B5EF4-FFF2-40B4-BE49-F238E27FC236}">
                <a16:creationId xmlns:a16="http://schemas.microsoft.com/office/drawing/2014/main" id="{9ABF371A-E9AE-3653-8123-185F789786C8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502" y="6451086"/>
            <a:ext cx="417436" cy="288000"/>
          </a:xfrm>
          <a:prstGeom prst="rect">
            <a:avLst/>
          </a:prstGeom>
        </p:spPr>
      </p:pic>
      <p:sp>
        <p:nvSpPr>
          <p:cNvPr id="15" name="Textfeld 14">
            <a:extLst>
              <a:ext uri="{FF2B5EF4-FFF2-40B4-BE49-F238E27FC236}">
                <a16:creationId xmlns:a16="http://schemas.microsoft.com/office/drawing/2014/main" id="{D8A3B849-96E8-F2D1-5E82-5AA3D4CE5448}"/>
              </a:ext>
            </a:extLst>
          </p:cNvPr>
          <p:cNvSpPr txBox="1"/>
          <p:nvPr/>
        </p:nvSpPr>
        <p:spPr>
          <a:xfrm>
            <a:off x="6937279" y="1622986"/>
            <a:ext cx="385791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>
                <a:solidFill>
                  <a:srgbClr val="C00000"/>
                </a:solidFill>
              </a:rPr>
              <a:t>Wenn möglich, direkt Aufgaben und Anschlusstermine vereinbaren</a:t>
            </a:r>
          </a:p>
        </p:txBody>
      </p:sp>
    </p:spTree>
    <p:extLst>
      <p:ext uri="{BB962C8B-B14F-4D97-AF65-F5344CB8AC3E}">
        <p14:creationId xmlns:p14="http://schemas.microsoft.com/office/powerpoint/2010/main" val="3924461842"/>
      </p:ext>
    </p:extLst>
  </p:cSld>
  <p:clrMapOvr>
    <a:masterClrMapping/>
  </p:clrMapOvr>
</p:sld>
</file>

<file path=ppt/theme/theme1.xml><?xml version="1.0" encoding="utf-8"?>
<a:theme xmlns:a="http://schemas.openxmlformats.org/drawingml/2006/main" name="2_Standarddesign">
  <a:themeElements>
    <a:clrScheme name="Benutzerdefiniert 3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2D72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Standard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Standard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andard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andard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andard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andard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andard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andard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Standarddesign">
  <a:themeElements>
    <a:clrScheme name="Benutzerdefiniert 3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2D72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329369"/>
      </a:hlink>
      <a:folHlink>
        <a:srgbClr val="B2B2B2"/>
      </a:folHlink>
    </a:clrScheme>
    <a:fontScheme name="Standard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Standard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andard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andard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andard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andard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andard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andard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HKM_GrunddesignPPT">
  <a:themeElements>
    <a:clrScheme name="ppt-Vorlage_IQ-Standard_2011 15">
      <a:dk1>
        <a:srgbClr val="000000"/>
      </a:dk1>
      <a:lt1>
        <a:srgbClr val="FFFFFF"/>
      </a:lt1>
      <a:dk2>
        <a:srgbClr val="004B95"/>
      </a:dk2>
      <a:lt2>
        <a:srgbClr val="C0C0C0"/>
      </a:lt2>
      <a:accent1>
        <a:srgbClr val="799BC5"/>
      </a:accent1>
      <a:accent2>
        <a:srgbClr val="DB2D36"/>
      </a:accent2>
      <a:accent3>
        <a:srgbClr val="FFFFFF"/>
      </a:accent3>
      <a:accent4>
        <a:srgbClr val="000000"/>
      </a:accent4>
      <a:accent5>
        <a:srgbClr val="BECBDF"/>
      </a:accent5>
      <a:accent6>
        <a:srgbClr val="C62830"/>
      </a:accent6>
      <a:hlink>
        <a:srgbClr val="004B95"/>
      </a:hlink>
      <a:folHlink>
        <a:srgbClr val="808080"/>
      </a:folHlink>
    </a:clrScheme>
    <a:fontScheme name="ppt-Vorlage_IQ-Standard_2011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ppt-Vorlage_IQ-Standard_2011 1">
        <a:dk1>
          <a:srgbClr val="25252F"/>
        </a:dk1>
        <a:lt1>
          <a:srgbClr val="9999FF"/>
        </a:lt1>
        <a:dk2>
          <a:srgbClr val="000000"/>
        </a:dk2>
        <a:lt2>
          <a:srgbClr val="FFFFFF"/>
        </a:lt2>
        <a:accent1>
          <a:srgbClr val="3366FF"/>
        </a:accent1>
        <a:accent2>
          <a:srgbClr val="003399"/>
        </a:accent2>
        <a:accent3>
          <a:srgbClr val="AAAAAA"/>
        </a:accent3>
        <a:accent4>
          <a:srgbClr val="8282DA"/>
        </a:accent4>
        <a:accent5>
          <a:srgbClr val="ADB8FF"/>
        </a:accent5>
        <a:accent6>
          <a:srgbClr val="002D8A"/>
        </a:accent6>
        <a:hlink>
          <a:srgbClr val="009999"/>
        </a:hlink>
        <a:folHlink>
          <a:srgbClr val="B2B2B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pt-Vorlage_IQ-Standard_2011 2">
        <a:dk1>
          <a:srgbClr val="314183"/>
        </a:dk1>
        <a:lt1>
          <a:srgbClr val="FFFFFF"/>
        </a:lt1>
        <a:dk2>
          <a:srgbClr val="0B1E45"/>
        </a:dk2>
        <a:lt2>
          <a:srgbClr val="FFFFFF"/>
        </a:lt2>
        <a:accent1>
          <a:srgbClr val="6666FF"/>
        </a:accent1>
        <a:accent2>
          <a:srgbClr val="0066FF"/>
        </a:accent2>
        <a:accent3>
          <a:srgbClr val="AAABB0"/>
        </a:accent3>
        <a:accent4>
          <a:srgbClr val="DADADA"/>
        </a:accent4>
        <a:accent5>
          <a:srgbClr val="B8B8FF"/>
        </a:accent5>
        <a:accent6>
          <a:srgbClr val="005CE7"/>
        </a:accent6>
        <a:hlink>
          <a:srgbClr val="006699"/>
        </a:hlink>
        <a:folHlink>
          <a:srgbClr val="B2B2B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pt-Vorlage_IQ-Standard_2011 3">
        <a:dk1>
          <a:srgbClr val="194349"/>
        </a:dk1>
        <a:lt1>
          <a:srgbClr val="FFFFCC"/>
        </a:lt1>
        <a:dk2>
          <a:srgbClr val="006666"/>
        </a:dk2>
        <a:lt2>
          <a:srgbClr val="FFFFFF"/>
        </a:lt2>
        <a:accent1>
          <a:srgbClr val="99CC00"/>
        </a:accent1>
        <a:accent2>
          <a:srgbClr val="00B6B2"/>
        </a:accent2>
        <a:accent3>
          <a:srgbClr val="AAB8B8"/>
        </a:accent3>
        <a:accent4>
          <a:srgbClr val="DADAAE"/>
        </a:accent4>
        <a:accent5>
          <a:srgbClr val="CAE2AA"/>
        </a:accent5>
        <a:accent6>
          <a:srgbClr val="00A5A1"/>
        </a:accent6>
        <a:hlink>
          <a:srgbClr val="669900"/>
        </a:hlink>
        <a:folHlink>
          <a:srgbClr val="6666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pt-Vorlage_IQ-Standard_2011 4">
        <a:dk1>
          <a:srgbClr val="194349"/>
        </a:dk1>
        <a:lt1>
          <a:srgbClr val="FFFFCC"/>
        </a:lt1>
        <a:dk2>
          <a:srgbClr val="0000FF"/>
        </a:dk2>
        <a:lt2>
          <a:srgbClr val="FFFFFF"/>
        </a:lt2>
        <a:accent1>
          <a:srgbClr val="0099FF"/>
        </a:accent1>
        <a:accent2>
          <a:srgbClr val="33CC33"/>
        </a:accent2>
        <a:accent3>
          <a:srgbClr val="AAAAFF"/>
        </a:accent3>
        <a:accent4>
          <a:srgbClr val="DADAAE"/>
        </a:accent4>
        <a:accent5>
          <a:srgbClr val="AACAFF"/>
        </a:accent5>
        <a:accent6>
          <a:srgbClr val="2DB92D"/>
        </a:accent6>
        <a:hlink>
          <a:srgbClr val="CC9900"/>
        </a:hlink>
        <a:folHlink>
          <a:srgbClr val="B2B2B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pt-Vorlage_IQ-Standard_2011 5">
        <a:dk1>
          <a:srgbClr val="194349"/>
        </a:dk1>
        <a:lt1>
          <a:srgbClr val="FFFFCC"/>
        </a:lt1>
        <a:dk2>
          <a:srgbClr val="72A497"/>
        </a:dk2>
        <a:lt2>
          <a:srgbClr val="000000"/>
        </a:lt2>
        <a:accent1>
          <a:srgbClr val="805D32"/>
        </a:accent1>
        <a:accent2>
          <a:srgbClr val="7D2F3C"/>
        </a:accent2>
        <a:accent3>
          <a:srgbClr val="BCCFC9"/>
        </a:accent3>
        <a:accent4>
          <a:srgbClr val="DADAAE"/>
        </a:accent4>
        <a:accent5>
          <a:srgbClr val="C0B6AD"/>
        </a:accent5>
        <a:accent6>
          <a:srgbClr val="712A35"/>
        </a:accent6>
        <a:hlink>
          <a:srgbClr val="CC9900"/>
        </a:hlink>
        <a:folHlink>
          <a:srgbClr val="B2B2B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pt-Vorlage_IQ-Standard_2011 6">
        <a:dk1>
          <a:srgbClr val="1C1C1C"/>
        </a:dk1>
        <a:lt1>
          <a:srgbClr val="FFFFFF"/>
        </a:lt1>
        <a:dk2>
          <a:srgbClr val="710F0F"/>
        </a:dk2>
        <a:lt2>
          <a:srgbClr val="FFFFFF"/>
        </a:lt2>
        <a:accent1>
          <a:srgbClr val="FF9900"/>
        </a:accent1>
        <a:accent2>
          <a:srgbClr val="FF3300"/>
        </a:accent2>
        <a:accent3>
          <a:srgbClr val="BBAAAA"/>
        </a:accent3>
        <a:accent4>
          <a:srgbClr val="DADADA"/>
        </a:accent4>
        <a:accent5>
          <a:srgbClr val="FFCAAA"/>
        </a:accent5>
        <a:accent6>
          <a:srgbClr val="E72D00"/>
        </a:accent6>
        <a:hlink>
          <a:srgbClr val="666699"/>
        </a:hlink>
        <a:folHlink>
          <a:srgbClr val="99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pt-Vorlage_IQ-Standard_2011 7">
        <a:dk1>
          <a:srgbClr val="336666"/>
        </a:dk1>
        <a:lt1>
          <a:srgbClr val="FFFFFF"/>
        </a:lt1>
        <a:dk2>
          <a:srgbClr val="000000"/>
        </a:dk2>
        <a:lt2>
          <a:srgbClr val="666699"/>
        </a:lt2>
        <a:accent1>
          <a:srgbClr val="99CCCC"/>
        </a:accent1>
        <a:accent2>
          <a:srgbClr val="CCCCCC"/>
        </a:accent2>
        <a:accent3>
          <a:srgbClr val="FFFFFF"/>
        </a:accent3>
        <a:accent4>
          <a:srgbClr val="2A5656"/>
        </a:accent4>
        <a:accent5>
          <a:srgbClr val="CAE2E2"/>
        </a:accent5>
        <a:accent6>
          <a:srgbClr val="B9B9B9"/>
        </a:accent6>
        <a:hlink>
          <a:srgbClr val="006666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pt-Vorlage_IQ-Standard_2011 8">
        <a:dk1>
          <a:srgbClr val="000000"/>
        </a:dk1>
        <a:lt1>
          <a:srgbClr val="FFFFFF"/>
        </a:lt1>
        <a:dk2>
          <a:srgbClr val="000000"/>
        </a:dk2>
        <a:lt2>
          <a:srgbClr val="666699"/>
        </a:lt2>
        <a:accent1>
          <a:srgbClr val="FF9900"/>
        </a:accent1>
        <a:accent2>
          <a:srgbClr val="FF0000"/>
        </a:accent2>
        <a:accent3>
          <a:srgbClr val="FFFFFF"/>
        </a:accent3>
        <a:accent4>
          <a:srgbClr val="000000"/>
        </a:accent4>
        <a:accent5>
          <a:srgbClr val="FFCAAA"/>
        </a:accent5>
        <a:accent6>
          <a:srgbClr val="E70000"/>
        </a:accent6>
        <a:hlink>
          <a:srgbClr val="336699"/>
        </a:hlink>
        <a:folHlink>
          <a:srgbClr val="80808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pt-Vorlage_IQ-Standard_2011 9">
        <a:dk1>
          <a:srgbClr val="000000"/>
        </a:dk1>
        <a:lt1>
          <a:srgbClr val="FFFFFF"/>
        </a:lt1>
        <a:dk2>
          <a:srgbClr val="000000"/>
        </a:dk2>
        <a:lt2>
          <a:srgbClr val="666699"/>
        </a:lt2>
        <a:accent1>
          <a:srgbClr val="CC3300"/>
        </a:accent1>
        <a:accent2>
          <a:srgbClr val="CC9900"/>
        </a:accent2>
        <a:accent3>
          <a:srgbClr val="FFFFFF"/>
        </a:accent3>
        <a:accent4>
          <a:srgbClr val="000000"/>
        </a:accent4>
        <a:accent5>
          <a:srgbClr val="E2ADAA"/>
        </a:accent5>
        <a:accent6>
          <a:srgbClr val="B98A00"/>
        </a:accent6>
        <a:hlink>
          <a:srgbClr val="CC6600"/>
        </a:hlink>
        <a:folHlink>
          <a:srgbClr val="80808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pt-Vorlage_IQ-Standard_2011 10">
        <a:dk1>
          <a:srgbClr val="000000"/>
        </a:dk1>
        <a:lt1>
          <a:srgbClr val="FFFFFF"/>
        </a:lt1>
        <a:dk2>
          <a:srgbClr val="000000"/>
        </a:dk2>
        <a:lt2>
          <a:srgbClr val="666699"/>
        </a:lt2>
        <a:accent1>
          <a:srgbClr val="666699"/>
        </a:accent1>
        <a:accent2>
          <a:srgbClr val="9999FF"/>
        </a:accent2>
        <a:accent3>
          <a:srgbClr val="FFFFFF"/>
        </a:accent3>
        <a:accent4>
          <a:srgbClr val="000000"/>
        </a:accent4>
        <a:accent5>
          <a:srgbClr val="B8B8CA"/>
        </a:accent5>
        <a:accent6>
          <a:srgbClr val="8A8AE7"/>
        </a:accent6>
        <a:hlink>
          <a:srgbClr val="3366FF"/>
        </a:hlink>
        <a:folHlink>
          <a:srgbClr val="80808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pt-Vorlage_IQ-Standard_2011 11">
        <a:dk1>
          <a:srgbClr val="000000"/>
        </a:dk1>
        <a:lt1>
          <a:srgbClr val="FFFFFF"/>
        </a:lt1>
        <a:dk2>
          <a:srgbClr val="000000"/>
        </a:dk2>
        <a:lt2>
          <a:srgbClr val="C0C0C0"/>
        </a:lt2>
        <a:accent1>
          <a:srgbClr val="799BC5"/>
        </a:accent1>
        <a:accent2>
          <a:srgbClr val="FF0000"/>
        </a:accent2>
        <a:accent3>
          <a:srgbClr val="FFFFFF"/>
        </a:accent3>
        <a:accent4>
          <a:srgbClr val="000000"/>
        </a:accent4>
        <a:accent5>
          <a:srgbClr val="BECBDF"/>
        </a:accent5>
        <a:accent6>
          <a:srgbClr val="E70000"/>
        </a:accent6>
        <a:hlink>
          <a:srgbClr val="003399"/>
        </a:hlink>
        <a:folHlink>
          <a:srgbClr val="80808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pt-Vorlage_IQ-Standard_2011 12">
        <a:dk1>
          <a:srgbClr val="000000"/>
        </a:dk1>
        <a:lt1>
          <a:srgbClr val="FFFFFF"/>
        </a:lt1>
        <a:dk2>
          <a:srgbClr val="000000"/>
        </a:dk2>
        <a:lt2>
          <a:srgbClr val="C0C0C0"/>
        </a:lt2>
        <a:accent1>
          <a:srgbClr val="BCCDE2"/>
        </a:accent1>
        <a:accent2>
          <a:srgbClr val="FF0000"/>
        </a:accent2>
        <a:accent3>
          <a:srgbClr val="FFFFFF"/>
        </a:accent3>
        <a:accent4>
          <a:srgbClr val="000000"/>
        </a:accent4>
        <a:accent5>
          <a:srgbClr val="DAE3EE"/>
        </a:accent5>
        <a:accent6>
          <a:srgbClr val="E70000"/>
        </a:accent6>
        <a:hlink>
          <a:srgbClr val="003399"/>
        </a:hlink>
        <a:folHlink>
          <a:srgbClr val="80808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pt-Vorlage_IQ-Standard_2011 13">
        <a:dk1>
          <a:srgbClr val="000000"/>
        </a:dk1>
        <a:lt1>
          <a:srgbClr val="FFFFFF"/>
        </a:lt1>
        <a:dk2>
          <a:srgbClr val="000000"/>
        </a:dk2>
        <a:lt2>
          <a:srgbClr val="C0C0C0"/>
        </a:lt2>
        <a:accent1>
          <a:srgbClr val="799BC5"/>
        </a:accent1>
        <a:accent2>
          <a:srgbClr val="DB2D36"/>
        </a:accent2>
        <a:accent3>
          <a:srgbClr val="FFFFFF"/>
        </a:accent3>
        <a:accent4>
          <a:srgbClr val="000000"/>
        </a:accent4>
        <a:accent5>
          <a:srgbClr val="BECBDF"/>
        </a:accent5>
        <a:accent6>
          <a:srgbClr val="C62830"/>
        </a:accent6>
        <a:hlink>
          <a:srgbClr val="003399"/>
        </a:hlink>
        <a:folHlink>
          <a:srgbClr val="80808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pt-Vorlage_IQ-Standard_2011 14">
        <a:dk1>
          <a:srgbClr val="000000"/>
        </a:dk1>
        <a:lt1>
          <a:srgbClr val="FFFFFF"/>
        </a:lt1>
        <a:dk2>
          <a:srgbClr val="000000"/>
        </a:dk2>
        <a:lt2>
          <a:srgbClr val="C0C0C0"/>
        </a:lt2>
        <a:accent1>
          <a:srgbClr val="799BC5"/>
        </a:accent1>
        <a:accent2>
          <a:srgbClr val="DB2D36"/>
        </a:accent2>
        <a:accent3>
          <a:srgbClr val="FFFFFF"/>
        </a:accent3>
        <a:accent4>
          <a:srgbClr val="000000"/>
        </a:accent4>
        <a:accent5>
          <a:srgbClr val="BECBDF"/>
        </a:accent5>
        <a:accent6>
          <a:srgbClr val="C62830"/>
        </a:accent6>
        <a:hlink>
          <a:srgbClr val="004B95"/>
        </a:hlink>
        <a:folHlink>
          <a:srgbClr val="80808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pt-Vorlage_IQ-Standard_2011 15">
        <a:dk1>
          <a:srgbClr val="000000"/>
        </a:dk1>
        <a:lt1>
          <a:srgbClr val="FFFFFF"/>
        </a:lt1>
        <a:dk2>
          <a:srgbClr val="004B95"/>
        </a:dk2>
        <a:lt2>
          <a:srgbClr val="C0C0C0"/>
        </a:lt2>
        <a:accent1>
          <a:srgbClr val="799BC5"/>
        </a:accent1>
        <a:accent2>
          <a:srgbClr val="DB2D36"/>
        </a:accent2>
        <a:accent3>
          <a:srgbClr val="FFFFFF"/>
        </a:accent3>
        <a:accent4>
          <a:srgbClr val="000000"/>
        </a:accent4>
        <a:accent5>
          <a:srgbClr val="BECBDF"/>
        </a:accent5>
        <a:accent6>
          <a:srgbClr val="C62830"/>
        </a:accent6>
        <a:hlink>
          <a:srgbClr val="004B95"/>
        </a:hlink>
        <a:folHlink>
          <a:srgbClr val="80808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pt-Vorlage_IQ-Standard_2011 16">
        <a:dk1>
          <a:srgbClr val="000000"/>
        </a:dk1>
        <a:lt1>
          <a:srgbClr val="FFFFFF"/>
        </a:lt1>
        <a:dk2>
          <a:srgbClr val="004B95"/>
        </a:dk2>
        <a:lt2>
          <a:srgbClr val="C0C0C0"/>
        </a:lt2>
        <a:accent1>
          <a:srgbClr val="FFCC00"/>
        </a:accent1>
        <a:accent2>
          <a:srgbClr val="DB2D36"/>
        </a:accent2>
        <a:accent3>
          <a:srgbClr val="FFFFFF"/>
        </a:accent3>
        <a:accent4>
          <a:srgbClr val="000000"/>
        </a:accent4>
        <a:accent5>
          <a:srgbClr val="FFE2AA"/>
        </a:accent5>
        <a:accent6>
          <a:srgbClr val="C62830"/>
        </a:accent6>
        <a:hlink>
          <a:srgbClr val="004B95"/>
        </a:hlink>
        <a:folHlink>
          <a:srgbClr val="80808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hmkb-folienvorlage_16zu9.pptx" id="{BA8D154A-E729-4E84-A4F1-AC64C705522D}" vid="{DC796774-9861-4D77-840E-A98AB6EA070D}"/>
    </a:ext>
  </a:extLst>
</a:theme>
</file>

<file path=ppt/theme/theme4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EB03DB76E29F8B459F10BE5794BB41A9" ma:contentTypeVersion="3" ma:contentTypeDescription="Ein neues Dokument erstellen." ma:contentTypeScope="" ma:versionID="c1cecc5e8e75798676dd83724b55dcfb">
  <xsd:schema xmlns:xsd="http://www.w3.org/2001/XMLSchema" xmlns:xs="http://www.w3.org/2001/XMLSchema" xmlns:p="http://schemas.microsoft.com/office/2006/metadata/properties" xmlns:ns2="8637de2c-6bc0-411d-bf65-aa36b7f9c66d" xmlns:ns3="b37e085b-1f4c-4ef8-9da0-c5dab2673d01" targetNamespace="http://schemas.microsoft.com/office/2006/metadata/properties" ma:root="true" ma:fieldsID="214a391423cada211d99e042f95f17fa" ns2:_="" ns3:_="">
    <xsd:import namespace="8637de2c-6bc0-411d-bf65-aa36b7f9c66d"/>
    <xsd:import namespace="b37e085b-1f4c-4ef8-9da0-c5dab2673d01"/>
    <xsd:element name="properties">
      <xsd:complexType>
        <xsd:sequence>
          <xsd:element name="documentManagement">
            <xsd:complexType>
              <xsd:all>
                <xsd:element ref="ns2:SharedWithUsers" minOccurs="0"/>
                <xsd:element ref="ns3:Status" minOccurs="0"/>
                <xsd:element ref="ns3:Stakeholdergrupp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637de2c-6bc0-411d-bf65-aa36b7f9c66d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Freigegeben für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37e085b-1f4c-4ef8-9da0-c5dab2673d01" elementFormDefault="qualified">
    <xsd:import namespace="http://schemas.microsoft.com/office/2006/documentManagement/types"/>
    <xsd:import namespace="http://schemas.microsoft.com/office/infopath/2007/PartnerControls"/>
    <xsd:element name="Status" ma:index="9" nillable="true" ma:displayName="Status" ma:format="Dropdown" ma:internalName="Status">
      <xsd:simpleType>
        <xsd:restriction base="dms:Choice">
          <xsd:enumeration value="Arbeitsdokument"/>
          <xsd:enumeration value="final"/>
        </xsd:restriction>
      </xsd:simpleType>
    </xsd:element>
    <xsd:element name="Stakeholdergruppe" ma:index="10" nillable="true" ma:displayName="Stakeholdergruppe" ma:format="Dropdown" ma:internalName="Stakeholdergruppe">
      <xsd:simpleType>
        <xsd:restriction base="dms:Choice">
          <xsd:enumeration value="Schule"/>
          <xsd:enumeration value="SSA"/>
          <xsd:enumeration value="HMKB (Abteilungen)"/>
          <xsd:enumeration value="Gremien"/>
          <xsd:enumeration value="ganz weit oben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altstyp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b37e085b-1f4c-4ef8-9da0-c5dab2673d01" xsi:nil="true"/>
    <Stakeholdergruppe xmlns="b37e085b-1f4c-4ef8-9da0-c5dab2673d01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D6F05492-6143-4E74-B4E0-75CF2EE59FE5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8637de2c-6bc0-411d-bf65-aa36b7f9c66d"/>
    <ds:schemaRef ds:uri="b37e085b-1f4c-4ef8-9da0-c5dab2673d0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7C8BEC70-D051-4A7B-A925-801AEC937DBC}">
  <ds:schemaRefs>
    <ds:schemaRef ds:uri="http://schemas.microsoft.com/office/2006/documentManagement/types"/>
    <ds:schemaRef ds:uri="http://schemas.microsoft.com/office/2006/metadata/properties"/>
    <ds:schemaRef ds:uri="http://purl.org/dc/dcmitype/"/>
    <ds:schemaRef ds:uri="http://schemas.microsoft.com/office/infopath/2007/PartnerControls"/>
    <ds:schemaRef ds:uri="http://www.w3.org/XML/1998/namespace"/>
    <ds:schemaRef ds:uri="http://purl.org/dc/elements/1.1/"/>
    <ds:schemaRef ds:uri="http://schemas.openxmlformats.org/package/2006/metadata/core-properties"/>
    <ds:schemaRef ds:uri="b37e085b-1f4c-4ef8-9da0-c5dab2673d01"/>
    <ds:schemaRef ds:uri="8637de2c-6bc0-411d-bf65-aa36b7f9c66d"/>
    <ds:schemaRef ds:uri="http://purl.org/dc/terms/"/>
  </ds:schemaRefs>
</ds:datastoreItem>
</file>

<file path=customXml/itemProps3.xml><?xml version="1.0" encoding="utf-8"?>
<ds:datastoreItem xmlns:ds="http://schemas.openxmlformats.org/officeDocument/2006/customXml" ds:itemID="{3F74A46C-DF35-4F79-9D33-0F87A68FA99F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708</Words>
  <Application>Microsoft Office PowerPoint</Application>
  <PresentationFormat>Breitbild</PresentationFormat>
  <Paragraphs>93</Paragraphs>
  <Slides>10</Slides>
  <Notes>9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8</vt:i4>
      </vt:variant>
      <vt:variant>
        <vt:lpstr>Design</vt:lpstr>
      </vt:variant>
      <vt:variant>
        <vt:i4>3</vt:i4>
      </vt:variant>
      <vt:variant>
        <vt:lpstr>Folientitel</vt:lpstr>
      </vt:variant>
      <vt:variant>
        <vt:i4>10</vt:i4>
      </vt:variant>
    </vt:vector>
  </HeadingPairs>
  <TitlesOfParts>
    <vt:vector size="21" baseType="lpstr">
      <vt:lpstr>Aptos</vt:lpstr>
      <vt:lpstr>Arial</vt:lpstr>
      <vt:lpstr>Arial Narrow</vt:lpstr>
      <vt:lpstr>Calibri</vt:lpstr>
      <vt:lpstr>Courier New</vt:lpstr>
      <vt:lpstr>Rockwell Nova Light</vt:lpstr>
      <vt:lpstr>Symbol</vt:lpstr>
      <vt:lpstr>Wingdings</vt:lpstr>
      <vt:lpstr>2_Standarddesign</vt:lpstr>
      <vt:lpstr>Standarddesign</vt:lpstr>
      <vt:lpstr>HKM_GrunddesignPPT</vt:lpstr>
      <vt:lpstr>ila – individuelles Lernen für alle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</vt:vector>
  </TitlesOfParts>
  <Manager>Christian.Baermann@kultus.hessen.de</Manager>
  <Company>Land Hessen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Entscheidungsvorlage</dc:title>
  <dc:creator>Sarah.Bonhoff@kultus.hessen.de</dc:creator>
  <cp:lastModifiedBy>Bonhoff, Sarah (HMKB)</cp:lastModifiedBy>
  <cp:revision>351</cp:revision>
  <cp:lastPrinted>2021-05-12T07:22:20Z</cp:lastPrinted>
  <dcterms:created xsi:type="dcterms:W3CDTF">2020-05-07T04:31:07Z</dcterms:created>
  <dcterms:modified xsi:type="dcterms:W3CDTF">2026-03-11T14:38:58Z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0x010100EB03DB76E29F8B459F10BE5794BB41A9</vt:lpwstr>
  </property>
  <property fmtid="{D5CDD505-2E9C-101B-9397-08002B2CF9AE}" pid="3" name="Dokumententyp">
    <vt:lpwstr>Präsentation</vt:lpwstr>
  </property>
  <property fmtid="{D5CDD505-2E9C-101B-9397-08002B2CF9AE}" pid="4" name="Bereich">
    <vt:lpwstr>ila</vt:lpwstr>
  </property>
</Properties>
</file>