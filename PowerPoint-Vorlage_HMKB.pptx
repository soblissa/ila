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4"/>
  </p:sldMasterIdLst>
  <p:notesMasterIdLst>
    <p:notesMasterId r:id="rId5"/>
  </p:notesMaster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7"/>
    <a:srgbClr val="424178"/>
    <a:srgbClr val="C4323E"/>
    <a:srgbClr val="15468B"/>
    <a:srgbClr val="575F9B"/>
    <a:srgbClr val="C6313D"/>
    <a:srgbClr val="A3364D"/>
    <a:srgbClr val="683D67"/>
    <a:srgbClr val="C8313C"/>
    <a:srgbClr val="1E4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132" autoAdjust="0"/>
  </p:normalViewPr>
  <p:slideViewPr>
    <p:cSldViewPr>
      <p:cViewPr varScale="1">
        <p:scale>
          <a:sx n="149" d="100"/>
          <a:sy n="149" d="100"/>
        </p:scale>
        <p:origin x="540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0BC10CD-ACBC-4E28-8D0F-D6CF02DF846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738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hyperlink" Target="https://kultus.hessen.d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87" y="2029490"/>
            <a:ext cx="8890413" cy="311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4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sp>
        <p:nvSpPr>
          <p:cNvPr id="6" name="Rectangle 30"/>
          <p:cNvSpPr>
            <a:spLocks noChangeArrowheads="1"/>
          </p:cNvSpPr>
          <p:nvPr/>
        </p:nvSpPr>
        <p:spPr bwMode="auto">
          <a:xfrm>
            <a:off x="3175" y="250031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7" name="Rectangle 31"/>
          <p:cNvSpPr>
            <a:spLocks noChangeArrowheads="1"/>
          </p:cNvSpPr>
          <p:nvPr/>
        </p:nvSpPr>
        <p:spPr bwMode="auto">
          <a:xfrm>
            <a:off x="3175" y="694135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8" name="Rectangle 32"/>
          <p:cNvSpPr>
            <a:spLocks noChangeArrowheads="1"/>
          </p:cNvSpPr>
          <p:nvPr/>
        </p:nvSpPr>
        <p:spPr bwMode="auto">
          <a:xfrm>
            <a:off x="3175" y="1138237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9" name="Rectangle 33"/>
          <p:cNvSpPr>
            <a:spLocks noChangeArrowheads="1"/>
          </p:cNvSpPr>
          <p:nvPr/>
        </p:nvSpPr>
        <p:spPr bwMode="auto">
          <a:xfrm>
            <a:off x="3175" y="1582341"/>
            <a:ext cx="252000" cy="215503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3" y="1488900"/>
            <a:ext cx="8477251" cy="525773"/>
          </a:xfrm>
        </p:spPr>
        <p:txBody>
          <a:bodyPr lIns="0" tIns="72000" rIns="0" bIns="0" anchor="t"/>
          <a:lstStyle>
            <a:lvl1pPr marL="0" indent="0">
              <a:lnSpc>
                <a:spcPts val="1800"/>
              </a:lnSpc>
              <a:spcAft>
                <a:spcPct val="0"/>
              </a:spcAft>
              <a:buFont typeface="Wingdings" pitchFamily="2" charset="2"/>
              <a:buNone/>
              <a:defRPr sz="1650"/>
            </a:lvl1pPr>
          </a:lstStyle>
          <a:p>
            <a:pPr lv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87363" y="670322"/>
            <a:ext cx="8477251" cy="738188"/>
          </a:xfrm>
        </p:spPr>
        <p:txBody>
          <a:bodyPr lIns="0" rIns="0"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Rectangle 34"/>
          <p:cNvSpPr>
            <a:spLocks noChangeArrowheads="1"/>
          </p:cNvSpPr>
          <p:nvPr/>
        </p:nvSpPr>
        <p:spPr bwMode="auto">
          <a:xfrm>
            <a:off x="1587" y="2030015"/>
            <a:ext cx="252000" cy="215504"/>
          </a:xfrm>
          <a:prstGeom prst="rect">
            <a:avLst/>
          </a:prstGeom>
          <a:solidFill>
            <a:srgbClr val="DB2F36"/>
          </a:solidFill>
          <a:ln w="9525">
            <a:solidFill>
              <a:srgbClr val="DB2F36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253587" y="2026444"/>
            <a:ext cx="8898053" cy="3117057"/>
          </a:xfrm>
          <a:prstGeom prst="rect">
            <a:avLst/>
          </a:prstGeom>
          <a:gradFill flip="none" rotWithShape="1">
            <a:gsLst>
              <a:gs pos="73000">
                <a:srgbClr val="C9D2E9"/>
              </a:gs>
              <a:gs pos="45000">
                <a:srgbClr val="607DB6"/>
              </a:gs>
              <a:gs pos="9000">
                <a:srgbClr val="003087"/>
              </a:gs>
              <a:gs pos="100000">
                <a:srgbClr val="F6F6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26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- mit eigen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87362" y="1484487"/>
            <a:ext cx="8435975" cy="52577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200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lang="de-DE" sz="1650" noProof="0" dirty="0" smtClean="0"/>
            </a:lvl1pPr>
          </a:lstStyle>
          <a:p>
            <a:pPr marL="257175" lvl="0" indent="-257175">
              <a:lnSpc>
                <a:spcPts val="1800"/>
              </a:lnSpc>
              <a:spcAft>
                <a:spcPct val="0"/>
              </a:spcAft>
            </a:pPr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1232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484188" y="673663"/>
            <a:ext cx="7688212" cy="74295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lang="de-DE" noProof="0" dirty="0" smtClean="0">
                <a:solidFill>
                  <a:srgbClr val="003087"/>
                </a:solidFill>
              </a:defRPr>
            </a:lvl1pPr>
          </a:lstStyle>
          <a:p>
            <a:pPr lv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7" name="Text Box 7"/>
          <p:cNvSpPr txBox="1">
            <a:spLocks noChangeArrowheads="1"/>
          </p:cNvSpPr>
          <p:nvPr userDrawn="1"/>
        </p:nvSpPr>
        <p:spPr bwMode="auto">
          <a:xfrm>
            <a:off x="496889" y="195719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14" name="Gruppieren 1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1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4935" y="250033"/>
            <a:ext cx="509553" cy="6596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53587" y="2026444"/>
            <a:ext cx="8890413" cy="3117056"/>
          </a:xfrm>
        </p:spPr>
        <p:txBody>
          <a:bodyPr anchor="b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600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-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670322"/>
            <a:ext cx="8497069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8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80D8169-47E9-4C41-A2C1-0ACE90524791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29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30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67545" y="1545432"/>
            <a:ext cx="8484370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043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ndardfolie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253587" y="692944"/>
            <a:ext cx="8890413" cy="918000"/>
          </a:xfrm>
          <a:prstGeom prst="rect">
            <a:avLst/>
          </a:prstGeom>
          <a:gradFill flip="none" rotWithShape="1">
            <a:gsLst>
              <a:gs pos="27000">
                <a:srgbClr val="6E89BD"/>
              </a:gs>
              <a:gs pos="0">
                <a:srgbClr val="003087"/>
              </a:gs>
              <a:gs pos="56000">
                <a:srgbClr val="CBD4EA"/>
              </a:gs>
              <a:gs pos="93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/>
          <p:cNvSpPr/>
          <p:nvPr userDrawn="1"/>
        </p:nvSpPr>
        <p:spPr>
          <a:xfrm>
            <a:off x="253586" y="1579960"/>
            <a:ext cx="8890413" cy="3203655"/>
          </a:xfrm>
          <a:prstGeom prst="rect">
            <a:avLst/>
          </a:prstGeom>
          <a:gradFill flip="none" rotWithShape="1">
            <a:gsLst>
              <a:gs pos="67000">
                <a:srgbClr val="C5CFE7"/>
              </a:gs>
              <a:gs pos="37500">
                <a:srgbClr val="5C7AB4"/>
              </a:gs>
              <a:gs pos="0">
                <a:srgbClr val="003087"/>
              </a:gs>
              <a:gs pos="94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6889" y="670322"/>
            <a:ext cx="8467724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Rectangle 19"/>
          <p:cNvSpPr>
            <a:spLocks noGrp="1" noChangeArrowheads="1"/>
          </p:cNvSpPr>
          <p:nvPr>
            <p:ph type="dt" sz="quarter" idx="10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 anchor="b" anchorCtr="0"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826AF04E-2C42-4D7D-9FA6-0895B2147FEF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12" name="Rectangle 20"/>
          <p:cNvSpPr>
            <a:spLocks noGrp="1" noChangeArrowheads="1"/>
          </p:cNvSpPr>
          <p:nvPr>
            <p:ph type="ftr" sz="quarter" idx="11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 anchor="b" anchorCtr="0"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3" name="Rectangle 2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03999" y="1582341"/>
            <a:ext cx="8447915" cy="320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Clr>
                <a:srgbClr val="003087"/>
              </a:buClr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 Box 7"/>
          <p:cNvSpPr txBox="1">
            <a:spLocks noChangeArrowheads="1"/>
          </p:cNvSpPr>
          <p:nvPr userDrawn="1"/>
        </p:nvSpPr>
        <p:spPr bwMode="auto">
          <a:xfrm>
            <a:off x="496889" y="18931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695"/>
                </a:solidFill>
              </a:rPr>
              <a:t>Hessisches</a:t>
            </a:r>
            <a:r>
              <a:rPr lang="de-DE" sz="1050" b="1" baseline="0" dirty="0">
                <a:solidFill>
                  <a:srgbClr val="003695"/>
                </a:solidFill>
              </a:rPr>
              <a:t> Ministerium </a:t>
            </a:r>
            <a:br>
              <a:rPr lang="de-DE" sz="1050" b="1" baseline="0" dirty="0">
                <a:solidFill>
                  <a:srgbClr val="003695"/>
                </a:solidFill>
              </a:rPr>
            </a:br>
            <a:r>
              <a:rPr lang="de-DE" sz="1050" b="0" baseline="0" dirty="0">
                <a:solidFill>
                  <a:srgbClr val="003695"/>
                </a:solidFill>
              </a:rPr>
              <a:t>für Kultus, Bildung und Chancen</a:t>
            </a:r>
            <a:endParaRPr lang="de-DE" sz="900" b="0" dirty="0">
              <a:solidFill>
                <a:srgbClr val="003695"/>
              </a:solidFill>
            </a:endParaRPr>
          </a:p>
        </p:txBody>
      </p:sp>
      <p:grpSp>
        <p:nvGrpSpPr>
          <p:cNvPr id="24" name="Gruppieren 23"/>
          <p:cNvGrpSpPr/>
          <p:nvPr userDrawn="1"/>
        </p:nvGrpSpPr>
        <p:grpSpPr>
          <a:xfrm>
            <a:off x="1587" y="250031"/>
            <a:ext cx="253588" cy="1995488"/>
            <a:chOff x="1587" y="250031"/>
            <a:chExt cx="253588" cy="1995488"/>
          </a:xfrm>
        </p:grpSpPr>
        <p:sp>
          <p:nvSpPr>
            <p:cNvPr id="26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7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8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9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0" name="Rectangle 34"/>
            <p:cNvSpPr>
              <a:spLocks noChangeArrowheads="1"/>
            </p:cNvSpPr>
            <p:nvPr userDrawn="1"/>
          </p:nvSpPr>
          <p:spPr bwMode="auto">
            <a:xfrm>
              <a:off x="1587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17" name="Grafik 16" descr="Bildschirmausschnitt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9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>
            <a:lvl1pPr>
              <a:defRPr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2DC49A-64FA-4C3F-80F3-AF205E2A1F91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716016" y="1545637"/>
            <a:ext cx="424008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467544" y="1545637"/>
            <a:ext cx="4152223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639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nur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670322"/>
            <a:ext cx="8497069" cy="7381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70C90F2-01D9-4AA5-A85C-27A63631B086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343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ohne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251A07-1F74-4A98-82D5-CBD0DE5164A2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876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45" y="689263"/>
            <a:ext cx="8882955" cy="4114735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61FF7AE-E47F-48DC-9035-E2B5C6B71021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371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-Folie - 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2FB9BE8-06FC-498B-A6B6-27E04BB94BBC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4208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BC6915-E11F-44E2-A087-31E6B6A359CE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509918"/>
            <a:ext cx="3008313" cy="3240360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1" y="737379"/>
            <a:ext cx="3011438" cy="605284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3265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zweigeteilt mit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 userDrawn="1"/>
        </p:nvSpPr>
        <p:spPr>
          <a:xfrm>
            <a:off x="251520" y="690891"/>
            <a:ext cx="8892480" cy="4102075"/>
          </a:xfrm>
          <a:prstGeom prst="rect">
            <a:avLst/>
          </a:prstGeom>
          <a:gradFill flip="none" rotWithShape="1">
            <a:gsLst>
              <a:gs pos="62000">
                <a:srgbClr val="B2C0DE"/>
              </a:gs>
              <a:gs pos="24000">
                <a:srgbClr val="345AA1"/>
              </a:gs>
              <a:gs pos="0">
                <a:srgbClr val="003087"/>
              </a:gs>
              <a:gs pos="95000">
                <a:srgbClr val="F6F6FF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85C73B-8746-43D2-B2DF-264E9B26874F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82B18D-C707-4786-8163-FFCD341314AB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707904" y="685800"/>
            <a:ext cx="5256584" cy="4046190"/>
          </a:xfrm>
        </p:spPr>
        <p:txBody>
          <a:bodyPr>
            <a:normAutofit/>
          </a:bodyPr>
          <a:lstStyle>
            <a:lvl1pPr eaLnBrk="1" latinLnBrk="0" hangingPunct="1">
              <a:defRPr kumimoji="0" lang="de-DE" sz="1800"/>
            </a:lvl1pPr>
            <a:lvl2pPr eaLnBrk="1" latinLnBrk="0" hangingPunct="1">
              <a:defRPr kumimoji="0" lang="de-DE" sz="1500"/>
            </a:lvl2pPr>
            <a:lvl3pPr eaLnBrk="1" latinLnBrk="0" hangingPunct="1">
              <a:defRPr kumimoji="0" lang="de-DE" sz="1350"/>
            </a:lvl3pPr>
            <a:lvl4pPr eaLnBrk="1" latinLnBrk="0" hangingPunct="1">
              <a:defRPr kumimoji="0" lang="de-DE" sz="1200"/>
            </a:lvl4pPr>
            <a:lvl5pPr eaLnBrk="1" latinLnBrk="0" hangingPunct="1">
              <a:defRPr kumimoji="0" lang="de-DE" sz="1200"/>
            </a:lvl5pPr>
            <a:lvl6pPr eaLnBrk="1" latinLnBrk="0" hangingPunct="1">
              <a:defRPr kumimoji="0" lang="de-DE" sz="1500"/>
            </a:lvl6pPr>
            <a:lvl7pPr eaLnBrk="1" latinLnBrk="0" hangingPunct="1">
              <a:defRPr kumimoji="0" lang="de-DE" sz="1500"/>
            </a:lvl7pPr>
            <a:lvl8pPr eaLnBrk="1" latinLnBrk="0" hangingPunct="1">
              <a:defRPr kumimoji="0" lang="de-DE" sz="1500"/>
            </a:lvl8pPr>
            <a:lvl9pPr eaLnBrk="1" latinLnBrk="0" hangingPunct="1">
              <a:defRPr kumimoji="0" lang="de-DE" sz="1500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576" y="1347614"/>
            <a:ext cx="3008313" cy="3384376"/>
          </a:xfrm>
        </p:spPr>
        <p:txBody>
          <a:bodyPr/>
          <a:lstStyle>
            <a:lvl1pPr marL="0" indent="0" eaLnBrk="1" latinLnBrk="0" hangingPunct="1">
              <a:buNone/>
              <a:defRPr kumimoji="0" lang="de-DE" sz="1050"/>
            </a:lvl1pPr>
            <a:lvl2pPr marL="342900" indent="0" eaLnBrk="1" latinLnBrk="0" hangingPunct="1">
              <a:buNone/>
              <a:defRPr kumimoji="0" lang="de-DE" sz="900"/>
            </a:lvl2pPr>
            <a:lvl3pPr marL="685800" indent="0" eaLnBrk="1" latinLnBrk="0" hangingPunct="1">
              <a:buNone/>
              <a:defRPr kumimoji="0" lang="de-DE" sz="750"/>
            </a:lvl3pPr>
            <a:lvl4pPr marL="1028700" indent="0" eaLnBrk="1" latinLnBrk="0" hangingPunct="1">
              <a:buNone/>
              <a:defRPr kumimoji="0" lang="de-DE" sz="675"/>
            </a:lvl4pPr>
            <a:lvl5pPr marL="1371600" indent="0" eaLnBrk="1" latinLnBrk="0" hangingPunct="1">
              <a:buNone/>
              <a:defRPr kumimoji="0" lang="de-DE" sz="675"/>
            </a:lvl5pPr>
            <a:lvl6pPr marL="1714500" indent="0" eaLnBrk="1" latinLnBrk="0" hangingPunct="1">
              <a:buNone/>
              <a:defRPr kumimoji="0" lang="de-DE" sz="675"/>
            </a:lvl6pPr>
            <a:lvl7pPr marL="2057400" indent="0" eaLnBrk="1" latinLnBrk="0" hangingPunct="1">
              <a:buNone/>
              <a:defRPr kumimoji="0" lang="de-DE" sz="675"/>
            </a:lvl7pPr>
            <a:lvl8pPr marL="2400300" indent="0" eaLnBrk="1" latinLnBrk="0" hangingPunct="1">
              <a:buNone/>
              <a:defRPr kumimoji="0" lang="de-DE" sz="675"/>
            </a:lvl8pPr>
            <a:lvl9pPr marL="2743200" indent="0" eaLnBrk="1" latinLnBrk="0" hangingPunct="1">
              <a:buNone/>
              <a:defRPr kumimoji="0" lang="de-DE" sz="675"/>
            </a:lvl9pPr>
          </a:lstStyle>
          <a:p>
            <a:pPr lvl="0" eaLnBrk="1" latinLnBrk="0" hangingPunct="1"/>
            <a:r>
              <a:rPr lang="de-DE"/>
              <a:t>Mastertextformat bearbeiten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552450" y="734973"/>
            <a:ext cx="3011438" cy="504057"/>
          </a:xfrm>
        </p:spPr>
        <p:txBody>
          <a:bodyPr anchor="t"/>
          <a:lstStyle>
            <a:lvl1pPr>
              <a:defRPr sz="1350">
                <a:solidFill>
                  <a:srgbClr val="003087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4979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m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kultus.hessen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1813" y="670322"/>
            <a:ext cx="8432800" cy="738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1339" y="1545432"/>
            <a:ext cx="8410575" cy="3240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tangle 19"/>
          <p:cNvSpPr>
            <a:spLocks noGrp="1" noChangeArrowheads="1"/>
          </p:cNvSpPr>
          <p:nvPr>
            <p:ph type="dt" sz="quarter" idx="2"/>
          </p:nvPr>
        </p:nvSpPr>
        <p:spPr>
          <a:xfrm>
            <a:off x="7380289" y="4837510"/>
            <a:ext cx="1576387" cy="219075"/>
          </a:xfrm>
          <a:prstGeom prst="rect">
            <a:avLst/>
          </a:prstGeom>
        </p:spPr>
        <p:txBody>
          <a:bodyPr/>
          <a:lstStyle>
            <a:lvl1pPr algn="r" eaLnBrk="0" hangingPunct="0">
              <a:defRPr sz="900" smtClean="0">
                <a:ea typeface="ＭＳ Ｐゴシック" pitchFamily="34" charset="-128"/>
              </a:defRPr>
            </a:lvl1pPr>
          </a:lstStyle>
          <a:p>
            <a:pPr>
              <a:defRPr/>
            </a:pPr>
            <a:fld id="{7C1E37B6-3E02-4C4C-884B-FC01FA70DD6A}" type="datetime1">
              <a:rPr lang="de-DE" smtClean="0"/>
              <a:t>16.04.2025</a:t>
            </a:fld>
            <a:endParaRPr lang="de-DE" dirty="0"/>
          </a:p>
        </p:txBody>
      </p:sp>
      <p:sp>
        <p:nvSpPr>
          <p:cNvPr id="16" name="Rectangle 20"/>
          <p:cNvSpPr>
            <a:spLocks noGrp="1" noChangeArrowheads="1"/>
          </p:cNvSpPr>
          <p:nvPr>
            <p:ph type="ftr" sz="quarter" idx="3"/>
          </p:nvPr>
        </p:nvSpPr>
        <p:spPr>
          <a:xfrm>
            <a:off x="1331914" y="4839891"/>
            <a:ext cx="5976937" cy="216694"/>
          </a:xfrm>
          <a:prstGeom prst="rect">
            <a:avLst/>
          </a:prstGeom>
        </p:spPr>
        <p:txBody>
          <a:bodyPr/>
          <a:lstStyle>
            <a:lvl1pPr eaLnBrk="0" hangingPunct="0">
              <a:defRPr sz="900" smtClean="0">
                <a:ea typeface="ＭＳ Ｐゴシック" pitchFamily="34" charset="-128"/>
              </a:defRPr>
            </a:lvl1pPr>
          </a:lstStyle>
          <a:p>
            <a:pPr algn="r">
              <a:defRPr/>
            </a:pPr>
            <a:r>
              <a:rPr lang="de-DE"/>
              <a:t>Fußzeile mit weiteren Hinweisen </a:t>
            </a:r>
            <a:endParaRPr lang="de-DE" dirty="0"/>
          </a:p>
        </p:txBody>
      </p:sp>
      <p:sp>
        <p:nvSpPr>
          <p:cNvPr id="17" name="Rectangle 2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552450" y="4839891"/>
            <a:ext cx="706438" cy="225028"/>
          </a:xfrm>
          <a:prstGeom prst="rect">
            <a:avLst/>
          </a:prstGeom>
        </p:spPr>
        <p:txBody>
          <a:bodyPr/>
          <a:lstStyle>
            <a:lvl1pPr eaLnBrk="0" hangingPunct="0">
              <a:defRPr sz="1050" b="1" smtClean="0">
                <a:solidFill>
                  <a:schemeClr val="bg1">
                    <a:lumMod val="50000"/>
                  </a:schemeClr>
                </a:solidFill>
                <a:ea typeface="ＭＳ Ｐゴシック" pitchFamily="34" charset="-128"/>
              </a:defRPr>
            </a:lvl1pPr>
          </a:lstStyle>
          <a:p>
            <a:pPr>
              <a:defRPr/>
            </a:pPr>
            <a:fld id="{EF82B18D-C707-4786-8163-FFCD341314AB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19" name="Text Box 7"/>
          <p:cNvSpPr txBox="1">
            <a:spLocks noChangeArrowheads="1"/>
          </p:cNvSpPr>
          <p:nvPr userDrawn="1"/>
        </p:nvSpPr>
        <p:spPr bwMode="auto">
          <a:xfrm>
            <a:off x="496889" y="195720"/>
            <a:ext cx="7343775" cy="383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de-DE" sz="1050" b="1" dirty="0">
                <a:solidFill>
                  <a:srgbClr val="003087"/>
                </a:solidFill>
              </a:rPr>
              <a:t>Hessisches</a:t>
            </a:r>
            <a:r>
              <a:rPr lang="de-DE" sz="1050" b="1" baseline="0" dirty="0">
                <a:solidFill>
                  <a:srgbClr val="003087"/>
                </a:solidFill>
              </a:rPr>
              <a:t> Ministerium </a:t>
            </a:r>
            <a:br>
              <a:rPr lang="de-DE" sz="1050" b="1" baseline="0" dirty="0">
                <a:solidFill>
                  <a:srgbClr val="003087"/>
                </a:solidFill>
              </a:rPr>
            </a:br>
            <a:r>
              <a:rPr lang="de-DE" sz="1050" b="0" baseline="0" dirty="0">
                <a:solidFill>
                  <a:srgbClr val="003087"/>
                </a:solidFill>
              </a:rPr>
              <a:t>für Kultus, Bildung und Chancen</a:t>
            </a:r>
            <a:endParaRPr lang="de-DE" sz="900" b="0" dirty="0">
              <a:solidFill>
                <a:srgbClr val="003087"/>
              </a:solidFill>
            </a:endParaRP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3175" y="250031"/>
            <a:ext cx="252207" cy="1995488"/>
            <a:chOff x="3175" y="250031"/>
            <a:chExt cx="252207" cy="1995488"/>
          </a:xfrm>
        </p:grpSpPr>
        <p:sp>
          <p:nvSpPr>
            <p:cNvPr id="18" name="Rectangle 30"/>
            <p:cNvSpPr>
              <a:spLocks noChangeArrowheads="1"/>
            </p:cNvSpPr>
            <p:nvPr userDrawn="1"/>
          </p:nvSpPr>
          <p:spPr bwMode="auto">
            <a:xfrm>
              <a:off x="3175" y="250031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Rectangle 31"/>
            <p:cNvSpPr>
              <a:spLocks noChangeArrowheads="1"/>
            </p:cNvSpPr>
            <p:nvPr userDrawn="1"/>
          </p:nvSpPr>
          <p:spPr bwMode="auto">
            <a:xfrm>
              <a:off x="3175" y="694135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1" name="Rectangle 32"/>
            <p:cNvSpPr>
              <a:spLocks noChangeArrowheads="1"/>
            </p:cNvSpPr>
            <p:nvPr userDrawn="1"/>
          </p:nvSpPr>
          <p:spPr bwMode="auto">
            <a:xfrm>
              <a:off x="3175" y="1138237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Rectangle 33"/>
            <p:cNvSpPr>
              <a:spLocks noChangeArrowheads="1"/>
            </p:cNvSpPr>
            <p:nvPr userDrawn="1"/>
          </p:nvSpPr>
          <p:spPr bwMode="auto">
            <a:xfrm>
              <a:off x="3175" y="1582341"/>
              <a:ext cx="252000" cy="215503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3" name="Rectangle 34"/>
            <p:cNvSpPr>
              <a:spLocks noChangeArrowheads="1"/>
            </p:cNvSpPr>
            <p:nvPr userDrawn="1"/>
          </p:nvSpPr>
          <p:spPr bwMode="auto">
            <a:xfrm>
              <a:off x="3382" y="2030015"/>
              <a:ext cx="252000" cy="215504"/>
            </a:xfrm>
            <a:prstGeom prst="rect">
              <a:avLst/>
            </a:prstGeom>
            <a:solidFill>
              <a:srgbClr val="DB2F36"/>
            </a:solidFill>
            <a:ln w="9525">
              <a:solidFill>
                <a:srgbClr val="DB2F3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pic>
        <p:nvPicPr>
          <p:cNvPr id="5" name="Grafik 4" descr="Bildschirmausschnitt">
            <a:hlinkClick r:id="rId14"/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404" y="227072"/>
            <a:ext cx="1141387" cy="3063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3" r:id="rId2"/>
    <p:sldLayoutId id="2147483688" r:id="rId3"/>
    <p:sldLayoutId id="2147483670" r:id="rId4"/>
    <p:sldLayoutId id="2147483666" r:id="rId5"/>
    <p:sldLayoutId id="2147483676" r:id="rId6"/>
    <p:sldLayoutId id="2147483677" r:id="rId7"/>
    <p:sldLayoutId id="2147483680" r:id="rId8"/>
    <p:sldLayoutId id="2147483687" r:id="rId9"/>
    <p:sldLayoutId id="2147483682" r:id="rId10"/>
    <p:sldLayoutId id="2147483678" r:id="rId11"/>
    <p:sldLayoutId id="214748368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087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250" b="1">
          <a:solidFill>
            <a:srgbClr val="003399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0"/>
        </a:spcBef>
        <a:spcAft>
          <a:spcPct val="15000"/>
        </a:spcAft>
        <a:buClr>
          <a:srgbClr val="003087"/>
        </a:buClr>
        <a:buSzPct val="70000"/>
        <a:buFont typeface="Wingdings" pitchFamily="2" charset="2"/>
        <a:buChar char="n"/>
        <a:defRPr sz="15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10000"/>
        </a:spcBef>
        <a:spcAft>
          <a:spcPct val="10000"/>
        </a:spcAft>
        <a:buClr>
          <a:srgbClr val="F00000"/>
        </a:buClr>
        <a:buSzPct val="100000"/>
        <a:buFont typeface="Arial" pitchFamily="34" charset="0"/>
        <a:buChar char="»"/>
        <a:defRPr>
          <a:solidFill>
            <a:schemeClr val="tx1"/>
          </a:solidFill>
          <a:latin typeface="+mn-lt"/>
        </a:defRPr>
      </a:lvl2pPr>
      <a:lvl3pPr marL="857250" indent="-171450" algn="l" rtl="0" eaLnBrk="1" fontAlgn="base" hangingPunct="1">
        <a:spcBef>
          <a:spcPct val="0"/>
        </a:spcBef>
        <a:spcAft>
          <a:spcPct val="0"/>
        </a:spcAft>
        <a:buClrTx/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3pPr>
      <a:lvl4pPr marL="1200150" indent="-171450" algn="l" rtl="0" eaLnBrk="1" fontAlgn="base" hangingPunct="1">
        <a:spcBef>
          <a:spcPct val="10000"/>
        </a:spcBef>
        <a:spcAft>
          <a:spcPct val="10000"/>
        </a:spcAft>
        <a:buClr>
          <a:schemeClr val="tx1"/>
        </a:buClr>
        <a:buChar char="•"/>
        <a:defRPr sz="1050">
          <a:solidFill>
            <a:schemeClr val="tx1"/>
          </a:solidFill>
          <a:latin typeface="+mn-lt"/>
        </a:defRPr>
      </a:lvl4pPr>
      <a:lvl5pPr marL="1543050" indent="-171450" algn="l" rtl="0" eaLnBrk="1" fontAlgn="base" hangingPunct="1">
        <a:spcBef>
          <a:spcPct val="10000"/>
        </a:spcBef>
        <a:spcAft>
          <a:spcPct val="10000"/>
        </a:spcAft>
        <a:buSzPct val="75000"/>
        <a:buFont typeface="Courier New" pitchFamily="49" charset="0"/>
        <a:buChar char="o"/>
        <a:defRPr sz="900">
          <a:solidFill>
            <a:schemeClr val="tx1"/>
          </a:solidFill>
          <a:latin typeface="+mn-lt"/>
        </a:defRPr>
      </a:lvl5pPr>
      <a:lvl6pPr marL="18859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10000"/>
        </a:spcBef>
        <a:spcAft>
          <a:spcPct val="10000"/>
        </a:spcAft>
        <a:buChar char="•"/>
        <a:defRPr sz="9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HKM_GrunddesignPPT">
  <a:themeElements>
    <a:clrScheme name="ppt-Vorlage_IQ-Standard_2011 15">
      <a:dk1>
        <a:srgbClr val="000000"/>
      </a:dk1>
      <a:lt1>
        <a:srgbClr val="FFFFFF"/>
      </a:lt1>
      <a:dk2>
        <a:srgbClr val="004B95"/>
      </a:dk2>
      <a:lt2>
        <a:srgbClr val="C0C0C0"/>
      </a:lt2>
      <a:accent1>
        <a:srgbClr val="799BC5"/>
      </a:accent1>
      <a:accent2>
        <a:srgbClr val="DB2D36"/>
      </a:accent2>
      <a:accent3>
        <a:srgbClr val="FFFFFF"/>
      </a:accent3>
      <a:accent4>
        <a:srgbClr val="000000"/>
      </a:accent4>
      <a:accent5>
        <a:srgbClr val="BECBDF"/>
      </a:accent5>
      <a:accent6>
        <a:srgbClr val="C62830"/>
      </a:accent6>
      <a:hlink>
        <a:srgbClr val="004B95"/>
      </a:hlink>
      <a:folHlink>
        <a:srgbClr val="808080"/>
      </a:folHlink>
    </a:clrScheme>
    <a:fontScheme name="ppt-Vorlage_IQ-Standard_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-Vorlage_IQ-Standard_2011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-Vorlage_IQ-Standard_2011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2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CCDE2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DAE3EE"/>
        </a:accent5>
        <a:accent6>
          <a:srgbClr val="E7000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33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5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799BC5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BECBDF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-Vorlage_IQ-Standard_2011 16">
        <a:dk1>
          <a:srgbClr val="000000"/>
        </a:dk1>
        <a:lt1>
          <a:srgbClr val="FFFFFF"/>
        </a:lt1>
        <a:dk2>
          <a:srgbClr val="004B95"/>
        </a:dk2>
        <a:lt2>
          <a:srgbClr val="C0C0C0"/>
        </a:lt2>
        <a:accent1>
          <a:srgbClr val="FFCC00"/>
        </a:accent1>
        <a:accent2>
          <a:srgbClr val="DB2D36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C62830"/>
        </a:accent6>
        <a:hlink>
          <a:srgbClr val="004B95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mkb-folienvorlage_16zu9.pptx" id="{BA8D154A-E729-4E84-A4F1-AC64C705522D}" vid="{DC796774-9861-4D77-840E-A98AB6EA07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057EFD54097B4438E7A80F3D1373265" ma:contentTypeVersion="1" ma:contentTypeDescription="Ein neues Dokument erstellen." ma:contentTypeScope="" ma:versionID="834bd551b14fcde88a9c6a4a0bf530df">
  <xsd:schema xmlns:xsd="http://www.w3.org/2001/XMLSchema" xmlns:xs="http://www.w3.org/2001/XMLSchema" xmlns:p="http://schemas.microsoft.com/office/2006/metadata/properties" xmlns:ns2="8637de2c-6bc0-411d-bf65-aa36b7f9c66d" targetNamespace="http://schemas.microsoft.com/office/2006/metadata/properties" ma:root="true" ma:fieldsID="e455fcda4cde3aa6122f413ba46336a9" ns2:_="">
    <xsd:import namespace="8637de2c-6bc0-411d-bf65-aa36b7f9c66d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7de2c-6bc0-411d-bf65-aa36b7f9c6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1B246F-A24C-4FF5-9599-4E67AE3D4661}"/>
</file>

<file path=customXml/itemProps2.xml><?xml version="1.0" encoding="utf-8"?>
<ds:datastoreItem xmlns:ds="http://schemas.openxmlformats.org/officeDocument/2006/customXml" ds:itemID="{A00017A1-94BC-4394-9852-7E0A4C91927E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D209D72-484E-46E5-8AF5-E4C907679F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hmkb-folienvorlage_16zu9</Template>
  <TotalTime>0</TotalTime>
  <Words>0</Words>
  <Application>Microsoft Office PowerPoint</Application>
  <PresentationFormat>Bildschirmpräsentation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5" baseType="lpstr">
      <vt:lpstr>Arial</vt:lpstr>
      <vt:lpstr>Courier New</vt:lpstr>
      <vt:lpstr>Symbol</vt:lpstr>
      <vt:lpstr>Wingdings</vt:lpstr>
      <vt:lpstr>HKM_GrunddesignPPT</vt:lpstr>
    </vt:vector>
  </TitlesOfParts>
  <Company>Land Hessen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Titelfolie – Standard</dc:title>
  <dc:creator>Rheingans, Kerstin (HMKB)</dc:creator>
  <cp:lastModifiedBy>Rheingans, Kerstin (HMKB)</cp:lastModifiedBy>
  <cp:revision>5</cp:revision>
  <dcterms:created xsi:type="dcterms:W3CDTF">2025-04-16T11:33:11Z</dcterms:created>
  <dcterms:modified xsi:type="dcterms:W3CDTF">2025-04-16T12:41:03Z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0x0101000057EFD54097B4438E7A80F3D1373265</vt:lpwstr>
  </property>
</Properties>
</file>