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4" r:id="rId4"/>
  </p:sldMasterIdLst>
  <p:notesMasterIdLst>
    <p:notesMasterId r:id="rId12"/>
  </p:notesMasterIdLst>
  <p:sldIdLst>
    <p:sldId id="260" r:id="rId5"/>
    <p:sldId id="261" r:id="rId6"/>
    <p:sldId id="262" r:id="rId7"/>
    <p:sldId id="263" r:id="rId8"/>
    <p:sldId id="266" r:id="rId9"/>
    <p:sldId id="264" r:id="rId10"/>
    <p:sldId id="265" r:id="rId11"/>
  </p:sldIdLst>
  <p:sldSz cx="9144000" cy="5143500" type="screen16x9"/>
  <p:notesSz cx="6858000" cy="9144000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087"/>
    <a:srgbClr val="424178"/>
    <a:srgbClr val="C4323E"/>
    <a:srgbClr val="15468B"/>
    <a:srgbClr val="575F9B"/>
    <a:srgbClr val="C6313D"/>
    <a:srgbClr val="A3364D"/>
    <a:srgbClr val="683D67"/>
    <a:srgbClr val="C8313C"/>
    <a:srgbClr val="1E45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2132" autoAdjust="0"/>
  </p:normalViewPr>
  <p:slideViewPr>
    <p:cSldViewPr>
      <p:cViewPr varScale="1">
        <p:scale>
          <a:sx n="79" d="100"/>
          <a:sy n="79" d="100"/>
        </p:scale>
        <p:origin x="872" y="6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97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/>
              <a:t>Textmasterformate durch Klicken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297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97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50BC10CD-ACBC-4E28-8D0F-D6CF02DF8468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073886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mp"/><Relationship Id="rId2" Type="http://schemas.openxmlformats.org/officeDocument/2006/relationships/hyperlink" Target="https://kultus.hessen.de/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 - 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87362" y="1484487"/>
            <a:ext cx="8435975" cy="525773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72000" rIns="0" bIns="0" numCol="1" anchor="t" anchorCtr="0" compatLnSpc="1">
            <a:prstTxWarp prst="textNoShape">
              <a:avLst/>
            </a:prstTxWarp>
          </a:bodyPr>
          <a:lstStyle>
            <a:lvl1pPr marL="0" indent="0">
              <a:buNone/>
              <a:defRPr lang="de-DE" sz="1650" noProof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57175" lvl="0" indent="-257175">
              <a:lnSpc>
                <a:spcPts val="1800"/>
              </a:lnSpc>
              <a:spcAft>
                <a:spcPct val="0"/>
              </a:spcAft>
            </a:pPr>
            <a:r>
              <a:rPr lang="de-DE" noProof="0"/>
              <a:t>Master-Untertitelformat bearbeiten</a:t>
            </a:r>
            <a:endParaRPr lang="de-DE" noProof="0" dirty="0"/>
          </a:p>
        </p:txBody>
      </p:sp>
      <p:sp>
        <p:nvSpPr>
          <p:cNvPr id="12329" name="Rectangle 41"/>
          <p:cNvSpPr>
            <a:spLocks noGrp="1" noChangeArrowheads="1"/>
          </p:cNvSpPr>
          <p:nvPr>
            <p:ph type="ctrTitle" sz="quarter"/>
          </p:nvPr>
        </p:nvSpPr>
        <p:spPr>
          <a:xfrm>
            <a:off x="484188" y="673663"/>
            <a:ext cx="7688212" cy="742950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>
              <a:defRPr lang="de-DE" noProof="0" dirty="0" smtClean="0">
                <a:solidFill>
                  <a:srgbClr val="003087"/>
                </a:solidFill>
              </a:defRPr>
            </a:lvl1pPr>
          </a:lstStyle>
          <a:p>
            <a:pPr lv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17" name="Text Box 7"/>
          <p:cNvSpPr txBox="1">
            <a:spLocks noChangeArrowheads="1"/>
          </p:cNvSpPr>
          <p:nvPr userDrawn="1"/>
        </p:nvSpPr>
        <p:spPr bwMode="auto">
          <a:xfrm>
            <a:off x="496889" y="195719"/>
            <a:ext cx="7343775" cy="383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de-DE" sz="1050" b="1" dirty="0">
                <a:solidFill>
                  <a:srgbClr val="003087"/>
                </a:solidFill>
              </a:rPr>
              <a:t>Hessisches</a:t>
            </a:r>
            <a:r>
              <a:rPr lang="de-DE" sz="1050" b="1" baseline="0" dirty="0">
                <a:solidFill>
                  <a:srgbClr val="003087"/>
                </a:solidFill>
              </a:rPr>
              <a:t> Ministerium </a:t>
            </a:r>
            <a:br>
              <a:rPr lang="de-DE" sz="1050" b="1" baseline="0" dirty="0">
                <a:solidFill>
                  <a:srgbClr val="003087"/>
                </a:solidFill>
              </a:rPr>
            </a:br>
            <a:r>
              <a:rPr lang="de-DE" sz="1050" b="0" baseline="0" dirty="0">
                <a:solidFill>
                  <a:srgbClr val="003087"/>
                </a:solidFill>
              </a:rPr>
              <a:t>für Kultus, Bildung und Chancen</a:t>
            </a:r>
            <a:endParaRPr lang="de-DE" sz="900" b="0" dirty="0">
              <a:solidFill>
                <a:srgbClr val="003087"/>
              </a:solidFill>
            </a:endParaRPr>
          </a:p>
        </p:txBody>
      </p:sp>
      <p:grpSp>
        <p:nvGrpSpPr>
          <p:cNvPr id="14" name="Gruppieren 13"/>
          <p:cNvGrpSpPr/>
          <p:nvPr userDrawn="1"/>
        </p:nvGrpSpPr>
        <p:grpSpPr>
          <a:xfrm>
            <a:off x="1587" y="250031"/>
            <a:ext cx="253588" cy="1995488"/>
            <a:chOff x="1587" y="250031"/>
            <a:chExt cx="253588" cy="1995488"/>
          </a:xfrm>
        </p:grpSpPr>
        <p:sp>
          <p:nvSpPr>
            <p:cNvPr id="18" name="Rectangle 30"/>
            <p:cNvSpPr>
              <a:spLocks noChangeArrowheads="1"/>
            </p:cNvSpPr>
            <p:nvPr userDrawn="1"/>
          </p:nvSpPr>
          <p:spPr bwMode="auto">
            <a:xfrm>
              <a:off x="3175" y="250031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9" name="Rectangle 31"/>
            <p:cNvSpPr>
              <a:spLocks noChangeArrowheads="1"/>
            </p:cNvSpPr>
            <p:nvPr userDrawn="1"/>
          </p:nvSpPr>
          <p:spPr bwMode="auto">
            <a:xfrm>
              <a:off x="3175" y="694135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0" name="Rectangle 32"/>
            <p:cNvSpPr>
              <a:spLocks noChangeArrowheads="1"/>
            </p:cNvSpPr>
            <p:nvPr userDrawn="1"/>
          </p:nvSpPr>
          <p:spPr bwMode="auto">
            <a:xfrm>
              <a:off x="3175" y="1138237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1" name="Rectangle 33"/>
            <p:cNvSpPr>
              <a:spLocks noChangeArrowheads="1"/>
            </p:cNvSpPr>
            <p:nvPr userDrawn="1"/>
          </p:nvSpPr>
          <p:spPr bwMode="auto">
            <a:xfrm>
              <a:off x="3175" y="1582341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2" name="Rectangle 34"/>
            <p:cNvSpPr>
              <a:spLocks noChangeArrowheads="1"/>
            </p:cNvSpPr>
            <p:nvPr userDrawn="1"/>
          </p:nvSpPr>
          <p:spPr bwMode="auto">
            <a:xfrm>
              <a:off x="1587" y="2030015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</p:grpSp>
      <p:pic>
        <p:nvPicPr>
          <p:cNvPr id="23" name="Grafik 2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54935" y="250033"/>
            <a:ext cx="509553" cy="65960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Grafik 2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587" y="2029490"/>
            <a:ext cx="8890413" cy="311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247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- schlic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496889" y="195719"/>
            <a:ext cx="7343775" cy="383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de-DE" sz="1050" b="1" dirty="0">
                <a:solidFill>
                  <a:srgbClr val="003087"/>
                </a:solidFill>
              </a:rPr>
              <a:t>Hessisches</a:t>
            </a:r>
            <a:r>
              <a:rPr lang="de-DE" sz="1050" b="1" baseline="0" dirty="0">
                <a:solidFill>
                  <a:srgbClr val="003087"/>
                </a:solidFill>
              </a:rPr>
              <a:t> Ministerium </a:t>
            </a:r>
            <a:br>
              <a:rPr lang="de-DE" sz="1050" b="1" baseline="0" dirty="0">
                <a:solidFill>
                  <a:srgbClr val="003087"/>
                </a:solidFill>
              </a:rPr>
            </a:br>
            <a:r>
              <a:rPr lang="de-DE" sz="1050" b="0" baseline="0" dirty="0">
                <a:solidFill>
                  <a:srgbClr val="003087"/>
                </a:solidFill>
              </a:rPr>
              <a:t>für Kultus, Bildung und Chancen</a:t>
            </a:r>
            <a:endParaRPr lang="de-DE" sz="900" b="0" dirty="0">
              <a:solidFill>
                <a:srgbClr val="003087"/>
              </a:solidFill>
            </a:endParaRPr>
          </a:p>
        </p:txBody>
      </p:sp>
      <p:sp>
        <p:nvSpPr>
          <p:cNvPr id="6" name="Rectangle 30"/>
          <p:cNvSpPr>
            <a:spLocks noChangeArrowheads="1"/>
          </p:cNvSpPr>
          <p:nvPr/>
        </p:nvSpPr>
        <p:spPr bwMode="auto">
          <a:xfrm>
            <a:off x="3175" y="250031"/>
            <a:ext cx="252000" cy="215504"/>
          </a:xfrm>
          <a:prstGeom prst="rect">
            <a:avLst/>
          </a:prstGeom>
          <a:solidFill>
            <a:srgbClr val="DB2F36"/>
          </a:solidFill>
          <a:ln w="9525">
            <a:solidFill>
              <a:srgbClr val="DB2F3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7" name="Rectangle 31"/>
          <p:cNvSpPr>
            <a:spLocks noChangeArrowheads="1"/>
          </p:cNvSpPr>
          <p:nvPr/>
        </p:nvSpPr>
        <p:spPr bwMode="auto">
          <a:xfrm>
            <a:off x="3175" y="694135"/>
            <a:ext cx="252000" cy="215503"/>
          </a:xfrm>
          <a:prstGeom prst="rect">
            <a:avLst/>
          </a:prstGeom>
          <a:solidFill>
            <a:srgbClr val="DB2F36"/>
          </a:solidFill>
          <a:ln w="9525">
            <a:solidFill>
              <a:srgbClr val="DB2F3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8" name="Rectangle 32"/>
          <p:cNvSpPr>
            <a:spLocks noChangeArrowheads="1"/>
          </p:cNvSpPr>
          <p:nvPr/>
        </p:nvSpPr>
        <p:spPr bwMode="auto">
          <a:xfrm>
            <a:off x="3175" y="1138237"/>
            <a:ext cx="252000" cy="215504"/>
          </a:xfrm>
          <a:prstGeom prst="rect">
            <a:avLst/>
          </a:prstGeom>
          <a:solidFill>
            <a:srgbClr val="DB2F36"/>
          </a:solidFill>
          <a:ln w="9525">
            <a:solidFill>
              <a:srgbClr val="DB2F3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9" name="Rectangle 33"/>
          <p:cNvSpPr>
            <a:spLocks noChangeArrowheads="1"/>
          </p:cNvSpPr>
          <p:nvPr/>
        </p:nvSpPr>
        <p:spPr bwMode="auto">
          <a:xfrm>
            <a:off x="3175" y="1582341"/>
            <a:ext cx="252000" cy="215503"/>
          </a:xfrm>
          <a:prstGeom prst="rect">
            <a:avLst/>
          </a:prstGeom>
          <a:solidFill>
            <a:srgbClr val="DB2F36"/>
          </a:solidFill>
          <a:ln w="9525">
            <a:solidFill>
              <a:srgbClr val="DB2F3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pic>
        <p:nvPicPr>
          <p:cNvPr id="11" name="Grafik 2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54935" y="250033"/>
            <a:ext cx="509553" cy="65960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87363" y="1488900"/>
            <a:ext cx="8477251" cy="525773"/>
          </a:xfrm>
        </p:spPr>
        <p:txBody>
          <a:bodyPr lIns="0" tIns="72000" rIns="0" bIns="0" anchor="t"/>
          <a:lstStyle>
            <a:lvl1pPr marL="0" indent="0">
              <a:lnSpc>
                <a:spcPts val="1800"/>
              </a:lnSpc>
              <a:spcAft>
                <a:spcPct val="0"/>
              </a:spcAft>
              <a:buFont typeface="Wingdings" pitchFamily="2" charset="2"/>
              <a:buNone/>
              <a:defRPr sz="1650"/>
            </a:lvl1pPr>
          </a:lstStyle>
          <a:p>
            <a:pPr lvl="0"/>
            <a:r>
              <a:rPr lang="de-DE" noProof="0"/>
              <a:t>Master-Untertitelformat bearbeiten</a:t>
            </a:r>
            <a:endParaRPr lang="de-DE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87363" y="670322"/>
            <a:ext cx="8477251" cy="738188"/>
          </a:xfrm>
        </p:spPr>
        <p:txBody>
          <a:bodyPr lIns="0" rIns="0"/>
          <a:lstStyle>
            <a:lvl1pPr>
              <a:defRPr>
                <a:solidFill>
                  <a:srgbClr val="003087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" name="Rectangle 34"/>
          <p:cNvSpPr>
            <a:spLocks noChangeArrowheads="1"/>
          </p:cNvSpPr>
          <p:nvPr/>
        </p:nvSpPr>
        <p:spPr bwMode="auto">
          <a:xfrm>
            <a:off x="1587" y="2030015"/>
            <a:ext cx="252000" cy="215504"/>
          </a:xfrm>
          <a:prstGeom prst="rect">
            <a:avLst/>
          </a:prstGeom>
          <a:solidFill>
            <a:srgbClr val="DB2F36"/>
          </a:solidFill>
          <a:ln w="9525">
            <a:solidFill>
              <a:srgbClr val="DB2F3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16" name="Rechteck 15"/>
          <p:cNvSpPr/>
          <p:nvPr userDrawn="1"/>
        </p:nvSpPr>
        <p:spPr>
          <a:xfrm>
            <a:off x="253587" y="2026444"/>
            <a:ext cx="8898053" cy="3117057"/>
          </a:xfrm>
          <a:prstGeom prst="rect">
            <a:avLst/>
          </a:prstGeom>
          <a:gradFill flip="none" rotWithShape="1">
            <a:gsLst>
              <a:gs pos="73000">
                <a:srgbClr val="C9D2E9"/>
              </a:gs>
              <a:gs pos="45000">
                <a:srgbClr val="607DB6"/>
              </a:gs>
              <a:gs pos="9000">
                <a:srgbClr val="003087"/>
              </a:gs>
              <a:gs pos="100000">
                <a:srgbClr val="F6F6FF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5265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- mit eigenem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87362" y="1484487"/>
            <a:ext cx="8435975" cy="525773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72000" rIns="0" bIns="0" numCol="1" anchor="t" anchorCtr="0" compatLnSpc="1">
            <a:prstTxWarp prst="textNoShape">
              <a:avLst/>
            </a:prstTxWarp>
          </a:bodyPr>
          <a:lstStyle>
            <a:lvl1pPr marL="0" indent="0">
              <a:buNone/>
              <a:defRPr lang="de-DE" sz="1650" noProof="0" dirty="0" smtClean="0"/>
            </a:lvl1pPr>
          </a:lstStyle>
          <a:p>
            <a:pPr marL="257175" lvl="0" indent="-257175">
              <a:lnSpc>
                <a:spcPts val="1800"/>
              </a:lnSpc>
              <a:spcAft>
                <a:spcPct val="0"/>
              </a:spcAft>
            </a:pPr>
            <a:r>
              <a:rPr lang="de-DE" noProof="0"/>
              <a:t>Master-Untertitelformat bearbeiten</a:t>
            </a:r>
            <a:endParaRPr lang="de-DE" noProof="0" dirty="0"/>
          </a:p>
        </p:txBody>
      </p:sp>
      <p:sp>
        <p:nvSpPr>
          <p:cNvPr id="12329" name="Rectangle 41"/>
          <p:cNvSpPr>
            <a:spLocks noGrp="1" noChangeArrowheads="1"/>
          </p:cNvSpPr>
          <p:nvPr>
            <p:ph type="ctrTitle" sz="quarter"/>
          </p:nvPr>
        </p:nvSpPr>
        <p:spPr>
          <a:xfrm>
            <a:off x="484188" y="673663"/>
            <a:ext cx="7688212" cy="742950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>
              <a:defRPr lang="de-DE" noProof="0" dirty="0" smtClean="0">
                <a:solidFill>
                  <a:srgbClr val="003087"/>
                </a:solidFill>
              </a:defRPr>
            </a:lvl1pPr>
          </a:lstStyle>
          <a:p>
            <a:pPr lv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17" name="Text Box 7"/>
          <p:cNvSpPr txBox="1">
            <a:spLocks noChangeArrowheads="1"/>
          </p:cNvSpPr>
          <p:nvPr userDrawn="1"/>
        </p:nvSpPr>
        <p:spPr bwMode="auto">
          <a:xfrm>
            <a:off x="496889" y="195719"/>
            <a:ext cx="7343775" cy="383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de-DE" sz="1050" b="1" dirty="0">
                <a:solidFill>
                  <a:srgbClr val="003087"/>
                </a:solidFill>
              </a:rPr>
              <a:t>Hessisches</a:t>
            </a:r>
            <a:r>
              <a:rPr lang="de-DE" sz="1050" b="1" baseline="0" dirty="0">
                <a:solidFill>
                  <a:srgbClr val="003087"/>
                </a:solidFill>
              </a:rPr>
              <a:t> Ministerium </a:t>
            </a:r>
            <a:br>
              <a:rPr lang="de-DE" sz="1050" b="1" baseline="0" dirty="0">
                <a:solidFill>
                  <a:srgbClr val="003087"/>
                </a:solidFill>
              </a:rPr>
            </a:br>
            <a:r>
              <a:rPr lang="de-DE" sz="1050" b="0" baseline="0" dirty="0">
                <a:solidFill>
                  <a:srgbClr val="003087"/>
                </a:solidFill>
              </a:rPr>
              <a:t>für Kultus, Bildung und Chancen</a:t>
            </a:r>
            <a:endParaRPr lang="de-DE" sz="900" b="0" dirty="0">
              <a:solidFill>
                <a:srgbClr val="003087"/>
              </a:solidFill>
            </a:endParaRPr>
          </a:p>
        </p:txBody>
      </p:sp>
      <p:grpSp>
        <p:nvGrpSpPr>
          <p:cNvPr id="14" name="Gruppieren 13"/>
          <p:cNvGrpSpPr/>
          <p:nvPr userDrawn="1"/>
        </p:nvGrpSpPr>
        <p:grpSpPr>
          <a:xfrm>
            <a:off x="1587" y="250031"/>
            <a:ext cx="253588" cy="1995488"/>
            <a:chOff x="1587" y="250031"/>
            <a:chExt cx="253588" cy="1995488"/>
          </a:xfrm>
        </p:grpSpPr>
        <p:sp>
          <p:nvSpPr>
            <p:cNvPr id="16" name="Rectangle 30"/>
            <p:cNvSpPr>
              <a:spLocks noChangeArrowheads="1"/>
            </p:cNvSpPr>
            <p:nvPr userDrawn="1"/>
          </p:nvSpPr>
          <p:spPr bwMode="auto">
            <a:xfrm>
              <a:off x="3175" y="250031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8" name="Rectangle 31"/>
            <p:cNvSpPr>
              <a:spLocks noChangeArrowheads="1"/>
            </p:cNvSpPr>
            <p:nvPr userDrawn="1"/>
          </p:nvSpPr>
          <p:spPr bwMode="auto">
            <a:xfrm>
              <a:off x="3175" y="694135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9" name="Rectangle 32"/>
            <p:cNvSpPr>
              <a:spLocks noChangeArrowheads="1"/>
            </p:cNvSpPr>
            <p:nvPr userDrawn="1"/>
          </p:nvSpPr>
          <p:spPr bwMode="auto">
            <a:xfrm>
              <a:off x="3175" y="1138237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1" name="Rectangle 33"/>
            <p:cNvSpPr>
              <a:spLocks noChangeArrowheads="1"/>
            </p:cNvSpPr>
            <p:nvPr userDrawn="1"/>
          </p:nvSpPr>
          <p:spPr bwMode="auto">
            <a:xfrm>
              <a:off x="3175" y="1582341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2" name="Rectangle 34"/>
            <p:cNvSpPr>
              <a:spLocks noChangeArrowheads="1"/>
            </p:cNvSpPr>
            <p:nvPr userDrawn="1"/>
          </p:nvSpPr>
          <p:spPr bwMode="auto">
            <a:xfrm>
              <a:off x="1587" y="2030015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</p:grpSp>
      <p:pic>
        <p:nvPicPr>
          <p:cNvPr id="23" name="Grafik 2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54935" y="250033"/>
            <a:ext cx="509553" cy="65960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Bildplatzhalter 2"/>
          <p:cNvSpPr>
            <a:spLocks noGrp="1"/>
          </p:cNvSpPr>
          <p:nvPr>
            <p:ph type="pic" sz="quarter" idx="10"/>
          </p:nvPr>
        </p:nvSpPr>
        <p:spPr>
          <a:xfrm>
            <a:off x="253587" y="2026444"/>
            <a:ext cx="8890413" cy="3117056"/>
          </a:xfrm>
        </p:spPr>
        <p:txBody>
          <a:bodyPr anchor="b"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66007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-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67544" y="670322"/>
            <a:ext cx="8497069" cy="738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rgbClr val="003087"/>
                </a:solidFill>
              </a:defRPr>
            </a:lvl1pPr>
          </a:lstStyle>
          <a:p>
            <a:pPr lvl="0"/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28" name="Rectangle 19"/>
          <p:cNvSpPr>
            <a:spLocks noGrp="1" noChangeArrowheads="1"/>
          </p:cNvSpPr>
          <p:nvPr>
            <p:ph type="dt" sz="quarter" idx="10"/>
          </p:nvPr>
        </p:nvSpPr>
        <p:spPr>
          <a:xfrm>
            <a:off x="7380289" y="4837510"/>
            <a:ext cx="1576387" cy="219075"/>
          </a:xfrm>
          <a:prstGeom prst="rect">
            <a:avLst/>
          </a:prstGeom>
        </p:spPr>
        <p:txBody>
          <a:bodyPr anchor="b" anchorCtr="0"/>
          <a:lstStyle>
            <a:lvl1pPr algn="r" eaLnBrk="0" hangingPunct="0">
              <a:defRPr sz="900" smtClean="0">
                <a:ea typeface="ＭＳ Ｐゴシック" pitchFamily="34" charset="-128"/>
              </a:defRPr>
            </a:lvl1pPr>
          </a:lstStyle>
          <a:p>
            <a:pPr>
              <a:defRPr/>
            </a:pPr>
            <a:fld id="{880D8169-47E9-4C41-A2C1-0ACE90524791}" type="datetime1">
              <a:rPr lang="de-DE" smtClean="0"/>
              <a:t>12.03.2026</a:t>
            </a:fld>
            <a:endParaRPr lang="de-DE" dirty="0"/>
          </a:p>
        </p:txBody>
      </p:sp>
      <p:sp>
        <p:nvSpPr>
          <p:cNvPr id="29" name="Rectangle 20"/>
          <p:cNvSpPr>
            <a:spLocks noGrp="1" noChangeArrowheads="1"/>
          </p:cNvSpPr>
          <p:nvPr>
            <p:ph type="ftr" sz="quarter" idx="11"/>
          </p:nvPr>
        </p:nvSpPr>
        <p:spPr>
          <a:xfrm>
            <a:off x="1331914" y="4839891"/>
            <a:ext cx="5976937" cy="216694"/>
          </a:xfrm>
          <a:prstGeom prst="rect">
            <a:avLst/>
          </a:prstGeom>
        </p:spPr>
        <p:txBody>
          <a:bodyPr anchor="b" anchorCtr="0"/>
          <a:lstStyle>
            <a:lvl1pPr eaLnBrk="0" hangingPunct="0">
              <a:defRPr sz="900" smtClean="0">
                <a:ea typeface="ＭＳ Ｐゴシック" pitchFamily="34" charset="-128"/>
              </a:defRPr>
            </a:lvl1pPr>
          </a:lstStyle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30" name="Rectangle 2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552450" y="4839891"/>
            <a:ext cx="706438" cy="225028"/>
          </a:xfrm>
          <a:prstGeom prst="rect">
            <a:avLst/>
          </a:prstGeom>
        </p:spPr>
        <p:txBody>
          <a:bodyPr/>
          <a:lstStyle>
            <a:lvl1pPr eaLnBrk="0" hangingPunct="0">
              <a:defRPr sz="1050" b="1" smtClean="0">
                <a:solidFill>
                  <a:schemeClr val="bg1">
                    <a:lumMod val="50000"/>
                  </a:schemeClr>
                </a:solidFill>
                <a:ea typeface="ＭＳ Ｐゴシック" pitchFamily="34" charset="-128"/>
              </a:defRPr>
            </a:lvl1pPr>
          </a:lstStyle>
          <a:p>
            <a:pPr>
              <a:defRPr/>
            </a:pPr>
            <a:fld id="{EF82B18D-C707-4786-8163-FFCD341314AB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36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467545" y="1545432"/>
            <a:ext cx="8484370" cy="3240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Clr>
                <a:srgbClr val="003087"/>
              </a:buClr>
              <a:defRPr/>
            </a:lvl1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60432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ndardfolie mit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 userDrawn="1"/>
        </p:nvSpPr>
        <p:spPr>
          <a:xfrm>
            <a:off x="253587" y="692944"/>
            <a:ext cx="8890413" cy="918000"/>
          </a:xfrm>
          <a:prstGeom prst="rect">
            <a:avLst/>
          </a:prstGeom>
          <a:gradFill flip="none" rotWithShape="1">
            <a:gsLst>
              <a:gs pos="27000">
                <a:srgbClr val="6E89BD"/>
              </a:gs>
              <a:gs pos="0">
                <a:srgbClr val="003087"/>
              </a:gs>
              <a:gs pos="56000">
                <a:srgbClr val="CBD4EA"/>
              </a:gs>
              <a:gs pos="93000">
                <a:srgbClr val="F6F6FF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Rechteck 21"/>
          <p:cNvSpPr/>
          <p:nvPr userDrawn="1"/>
        </p:nvSpPr>
        <p:spPr>
          <a:xfrm>
            <a:off x="253586" y="1579960"/>
            <a:ext cx="8890413" cy="3203655"/>
          </a:xfrm>
          <a:prstGeom prst="rect">
            <a:avLst/>
          </a:prstGeom>
          <a:gradFill flip="none" rotWithShape="1">
            <a:gsLst>
              <a:gs pos="67000">
                <a:srgbClr val="C5CFE7"/>
              </a:gs>
              <a:gs pos="37500">
                <a:srgbClr val="5C7AB4"/>
              </a:gs>
              <a:gs pos="0">
                <a:srgbClr val="003087"/>
              </a:gs>
              <a:gs pos="94000">
                <a:srgbClr val="F6F6FF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96889" y="670322"/>
            <a:ext cx="8467724" cy="738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rgbClr val="003087"/>
                </a:solidFill>
              </a:defRPr>
            </a:lvl1pPr>
          </a:lstStyle>
          <a:p>
            <a:pPr lvl="0"/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Rectangle 19"/>
          <p:cNvSpPr>
            <a:spLocks noGrp="1" noChangeArrowheads="1"/>
          </p:cNvSpPr>
          <p:nvPr>
            <p:ph type="dt" sz="quarter" idx="10"/>
          </p:nvPr>
        </p:nvSpPr>
        <p:spPr>
          <a:xfrm>
            <a:off x="7380289" y="4837510"/>
            <a:ext cx="1576387" cy="219075"/>
          </a:xfrm>
          <a:prstGeom prst="rect">
            <a:avLst/>
          </a:prstGeom>
        </p:spPr>
        <p:txBody>
          <a:bodyPr anchor="b" anchorCtr="0"/>
          <a:lstStyle>
            <a:lvl1pPr algn="r" eaLnBrk="0" hangingPunct="0">
              <a:defRPr sz="900" smtClean="0">
                <a:ea typeface="ＭＳ Ｐゴシック" pitchFamily="34" charset="-128"/>
              </a:defRPr>
            </a:lvl1pPr>
          </a:lstStyle>
          <a:p>
            <a:pPr>
              <a:defRPr/>
            </a:pPr>
            <a:fld id="{826AF04E-2C42-4D7D-9FA6-0895B2147FEF}" type="datetime1">
              <a:rPr lang="de-DE" smtClean="0"/>
              <a:t>12.03.2026</a:t>
            </a:fld>
            <a:endParaRPr lang="de-DE" dirty="0"/>
          </a:p>
        </p:txBody>
      </p:sp>
      <p:sp>
        <p:nvSpPr>
          <p:cNvPr id="12" name="Rectangle 20"/>
          <p:cNvSpPr>
            <a:spLocks noGrp="1" noChangeArrowheads="1"/>
          </p:cNvSpPr>
          <p:nvPr>
            <p:ph type="ftr" sz="quarter" idx="11"/>
          </p:nvPr>
        </p:nvSpPr>
        <p:spPr>
          <a:xfrm>
            <a:off x="1331914" y="4839891"/>
            <a:ext cx="5976937" cy="216694"/>
          </a:xfrm>
          <a:prstGeom prst="rect">
            <a:avLst/>
          </a:prstGeom>
        </p:spPr>
        <p:txBody>
          <a:bodyPr anchor="b" anchorCtr="0"/>
          <a:lstStyle>
            <a:lvl1pPr eaLnBrk="0" hangingPunct="0">
              <a:defRPr sz="900" smtClean="0">
                <a:ea typeface="ＭＳ Ｐゴシック" pitchFamily="34" charset="-128"/>
              </a:defRPr>
            </a:lvl1pPr>
          </a:lstStyle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13" name="Rectangle 2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552450" y="4839891"/>
            <a:ext cx="706438" cy="225028"/>
          </a:xfrm>
          <a:prstGeom prst="rect">
            <a:avLst/>
          </a:prstGeom>
        </p:spPr>
        <p:txBody>
          <a:bodyPr/>
          <a:lstStyle>
            <a:lvl1pPr eaLnBrk="0" hangingPunct="0">
              <a:defRPr sz="1050" b="1" smtClean="0">
                <a:solidFill>
                  <a:schemeClr val="bg1">
                    <a:lumMod val="50000"/>
                  </a:schemeClr>
                </a:solidFill>
                <a:ea typeface="ＭＳ Ｐゴシック" pitchFamily="34" charset="-128"/>
              </a:defRPr>
            </a:lvl1pPr>
          </a:lstStyle>
          <a:p>
            <a:pPr>
              <a:defRPr/>
            </a:pPr>
            <a:fld id="{EF82B18D-C707-4786-8163-FFCD341314AB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23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503999" y="1582341"/>
            <a:ext cx="8447915" cy="3203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Clr>
                <a:srgbClr val="003087"/>
              </a:buClr>
              <a:defRPr/>
            </a:lvl1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25" name="Text Box 7"/>
          <p:cNvSpPr txBox="1">
            <a:spLocks noChangeArrowheads="1"/>
          </p:cNvSpPr>
          <p:nvPr userDrawn="1"/>
        </p:nvSpPr>
        <p:spPr bwMode="auto">
          <a:xfrm>
            <a:off x="496889" y="189310"/>
            <a:ext cx="7343775" cy="383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de-DE" sz="1050" b="1" dirty="0">
                <a:solidFill>
                  <a:srgbClr val="003695"/>
                </a:solidFill>
              </a:rPr>
              <a:t>Hessisches</a:t>
            </a:r>
            <a:r>
              <a:rPr lang="de-DE" sz="1050" b="1" baseline="0" dirty="0">
                <a:solidFill>
                  <a:srgbClr val="003695"/>
                </a:solidFill>
              </a:rPr>
              <a:t> Ministerium </a:t>
            </a:r>
            <a:br>
              <a:rPr lang="de-DE" sz="1050" b="1" baseline="0" dirty="0">
                <a:solidFill>
                  <a:srgbClr val="003695"/>
                </a:solidFill>
              </a:rPr>
            </a:br>
            <a:r>
              <a:rPr lang="de-DE" sz="1050" b="0" baseline="0" dirty="0">
                <a:solidFill>
                  <a:srgbClr val="003695"/>
                </a:solidFill>
              </a:rPr>
              <a:t>für Kultus, Bildung und Chancen</a:t>
            </a:r>
            <a:endParaRPr lang="de-DE" sz="900" b="0" dirty="0">
              <a:solidFill>
                <a:srgbClr val="003695"/>
              </a:solidFill>
            </a:endParaRPr>
          </a:p>
        </p:txBody>
      </p:sp>
      <p:grpSp>
        <p:nvGrpSpPr>
          <p:cNvPr id="24" name="Gruppieren 23"/>
          <p:cNvGrpSpPr/>
          <p:nvPr userDrawn="1"/>
        </p:nvGrpSpPr>
        <p:grpSpPr>
          <a:xfrm>
            <a:off x="1587" y="250031"/>
            <a:ext cx="253588" cy="1995488"/>
            <a:chOff x="1587" y="250031"/>
            <a:chExt cx="253588" cy="1995488"/>
          </a:xfrm>
        </p:grpSpPr>
        <p:sp>
          <p:nvSpPr>
            <p:cNvPr id="26" name="Rectangle 30"/>
            <p:cNvSpPr>
              <a:spLocks noChangeArrowheads="1"/>
            </p:cNvSpPr>
            <p:nvPr userDrawn="1"/>
          </p:nvSpPr>
          <p:spPr bwMode="auto">
            <a:xfrm>
              <a:off x="3175" y="250031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7" name="Rectangle 31"/>
            <p:cNvSpPr>
              <a:spLocks noChangeArrowheads="1"/>
            </p:cNvSpPr>
            <p:nvPr userDrawn="1"/>
          </p:nvSpPr>
          <p:spPr bwMode="auto">
            <a:xfrm>
              <a:off x="3175" y="694135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8" name="Rectangle 32"/>
            <p:cNvSpPr>
              <a:spLocks noChangeArrowheads="1"/>
            </p:cNvSpPr>
            <p:nvPr userDrawn="1"/>
          </p:nvSpPr>
          <p:spPr bwMode="auto">
            <a:xfrm>
              <a:off x="3175" y="1138237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9" name="Rectangle 33"/>
            <p:cNvSpPr>
              <a:spLocks noChangeArrowheads="1"/>
            </p:cNvSpPr>
            <p:nvPr userDrawn="1"/>
          </p:nvSpPr>
          <p:spPr bwMode="auto">
            <a:xfrm>
              <a:off x="3175" y="1582341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30" name="Rectangle 34"/>
            <p:cNvSpPr>
              <a:spLocks noChangeArrowheads="1"/>
            </p:cNvSpPr>
            <p:nvPr userDrawn="1"/>
          </p:nvSpPr>
          <p:spPr bwMode="auto">
            <a:xfrm>
              <a:off x="1587" y="2030015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</p:grpSp>
      <p:pic>
        <p:nvPicPr>
          <p:cNvPr id="17" name="Grafik 16" descr="Bildschirmausschnitt">
            <a:hlinkClick r:id="rId2"/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8404" y="227072"/>
            <a:ext cx="1141387" cy="306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099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544" y="670322"/>
            <a:ext cx="8497069" cy="738188"/>
          </a:xfrm>
        </p:spPr>
        <p:txBody>
          <a:bodyPr/>
          <a:lstStyle>
            <a:lvl1pPr>
              <a:defRPr>
                <a:solidFill>
                  <a:srgbClr val="003087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7A2DC49A-64FA-4C3F-80F3-AF205E2A1F91}" type="datetime1">
              <a:rPr lang="de-DE" smtClean="0"/>
              <a:t>12.03.2026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2B18D-C707-4786-8163-FFCD341314AB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4716016" y="1545637"/>
            <a:ext cx="4240083" cy="3240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Rectangle 3"/>
          <p:cNvSpPr>
            <a:spLocks noGrp="1" noChangeArrowheads="1"/>
          </p:cNvSpPr>
          <p:nvPr>
            <p:ph idx="13"/>
          </p:nvPr>
        </p:nvSpPr>
        <p:spPr bwMode="auto">
          <a:xfrm>
            <a:off x="467544" y="1545637"/>
            <a:ext cx="4152223" cy="3240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46393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nur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544" y="670322"/>
            <a:ext cx="8497069" cy="73818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70C90F2-01D9-4AA5-A85C-27A63631B086}" type="datetime1">
              <a:rPr lang="de-DE" smtClean="0"/>
              <a:t>12.03.2026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2B18D-C707-4786-8163-FFCD341314AB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0343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o-Folie - ohne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8251A07-1F74-4A98-82D5-CBD0DE5164A2}" type="datetime1">
              <a:rPr lang="de-DE" smtClean="0"/>
              <a:t>12.03.2026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2B18D-C707-4786-8163-FFCD341314AB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58762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o-Folie - 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045" y="689263"/>
            <a:ext cx="8882955" cy="4114735"/>
          </a:xfrm>
          <a:prstGeom prst="rect">
            <a:avLst/>
          </a:prstGeom>
        </p:spPr>
      </p:pic>
      <p:sp>
        <p:nvSpPr>
          <p:cNvPr id="3" name="Datumsplatzhalt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261FF7AE-E47F-48DC-9035-E2B5C6B71021}" type="datetime1">
              <a:rPr lang="de-DE" smtClean="0"/>
              <a:t>12.03.2026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2B18D-C707-4786-8163-FFCD341314AB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23715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o-Folie - schlic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251520" y="690891"/>
            <a:ext cx="8892480" cy="4102075"/>
          </a:xfrm>
          <a:prstGeom prst="rect">
            <a:avLst/>
          </a:prstGeom>
          <a:gradFill flip="none" rotWithShape="1">
            <a:gsLst>
              <a:gs pos="62000">
                <a:srgbClr val="B2C0DE"/>
              </a:gs>
              <a:gs pos="24000">
                <a:srgbClr val="345AA1"/>
              </a:gs>
              <a:gs pos="0">
                <a:srgbClr val="003087"/>
              </a:gs>
              <a:gs pos="95000">
                <a:srgbClr val="F6F6FF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52FB9BE8-06FC-498B-A6B6-27E04BB94BBC}" type="datetime1">
              <a:rPr lang="de-DE" smtClean="0"/>
              <a:t>12.03.2026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2B18D-C707-4786-8163-FFCD341314AB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44208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zweigetei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7ABC6915-E11F-44E2-A087-31E6B6A359CE}" type="datetime1">
              <a:rPr lang="de-DE" smtClean="0"/>
              <a:t>12.03.2026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2B18D-C707-4786-8163-FFCD341314AB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707904" y="685800"/>
            <a:ext cx="5256584" cy="4046190"/>
          </a:xfrm>
        </p:spPr>
        <p:txBody>
          <a:bodyPr>
            <a:normAutofit/>
          </a:bodyPr>
          <a:lstStyle>
            <a:lvl1pPr eaLnBrk="1" latinLnBrk="0" hangingPunct="1">
              <a:defRPr kumimoji="0" lang="de-DE" sz="1800"/>
            </a:lvl1pPr>
            <a:lvl2pPr eaLnBrk="1" latinLnBrk="0" hangingPunct="1">
              <a:defRPr kumimoji="0" lang="de-DE" sz="1500"/>
            </a:lvl2pPr>
            <a:lvl3pPr eaLnBrk="1" latinLnBrk="0" hangingPunct="1">
              <a:defRPr kumimoji="0" lang="de-DE" sz="1350"/>
            </a:lvl3pPr>
            <a:lvl4pPr eaLnBrk="1" latinLnBrk="0" hangingPunct="1">
              <a:defRPr kumimoji="0" lang="de-DE" sz="1200"/>
            </a:lvl4pPr>
            <a:lvl5pPr eaLnBrk="1" latinLnBrk="0" hangingPunct="1">
              <a:defRPr kumimoji="0" lang="de-DE" sz="1200"/>
            </a:lvl5pPr>
            <a:lvl6pPr eaLnBrk="1" latinLnBrk="0" hangingPunct="1">
              <a:defRPr kumimoji="0" lang="de-DE" sz="1500"/>
            </a:lvl6pPr>
            <a:lvl7pPr eaLnBrk="1" latinLnBrk="0" hangingPunct="1">
              <a:defRPr kumimoji="0" lang="de-DE" sz="1500"/>
            </a:lvl7pPr>
            <a:lvl8pPr eaLnBrk="1" latinLnBrk="0" hangingPunct="1">
              <a:defRPr kumimoji="0" lang="de-DE" sz="1500"/>
            </a:lvl8pPr>
            <a:lvl9pPr eaLnBrk="1" latinLnBrk="0" hangingPunct="1">
              <a:defRPr kumimoji="0" lang="de-DE" sz="1500"/>
            </a:lvl9pPr>
          </a:lstStyle>
          <a:p>
            <a:pPr lvl="0" eaLnBrk="1" latinLnBrk="0" hangingPunct="1"/>
            <a:r>
              <a:rPr lang="de-DE"/>
              <a:t>Mastertextformat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555576" y="1509918"/>
            <a:ext cx="3008313" cy="3240360"/>
          </a:xfrm>
        </p:spPr>
        <p:txBody>
          <a:bodyPr/>
          <a:lstStyle>
            <a:lvl1pPr marL="0" indent="0" eaLnBrk="1" latinLnBrk="0" hangingPunct="1">
              <a:buNone/>
              <a:defRPr kumimoji="0" lang="de-DE" sz="1050"/>
            </a:lvl1pPr>
            <a:lvl2pPr marL="342900" indent="0" eaLnBrk="1" latinLnBrk="0" hangingPunct="1">
              <a:buNone/>
              <a:defRPr kumimoji="0" lang="de-DE" sz="900"/>
            </a:lvl2pPr>
            <a:lvl3pPr marL="685800" indent="0" eaLnBrk="1" latinLnBrk="0" hangingPunct="1">
              <a:buNone/>
              <a:defRPr kumimoji="0" lang="de-DE" sz="750"/>
            </a:lvl3pPr>
            <a:lvl4pPr marL="1028700" indent="0" eaLnBrk="1" latinLnBrk="0" hangingPunct="1">
              <a:buNone/>
              <a:defRPr kumimoji="0" lang="de-DE" sz="675"/>
            </a:lvl4pPr>
            <a:lvl5pPr marL="1371600" indent="0" eaLnBrk="1" latinLnBrk="0" hangingPunct="1">
              <a:buNone/>
              <a:defRPr kumimoji="0" lang="de-DE" sz="675"/>
            </a:lvl5pPr>
            <a:lvl6pPr marL="1714500" indent="0" eaLnBrk="1" latinLnBrk="0" hangingPunct="1">
              <a:buNone/>
              <a:defRPr kumimoji="0" lang="de-DE" sz="675"/>
            </a:lvl6pPr>
            <a:lvl7pPr marL="2057400" indent="0" eaLnBrk="1" latinLnBrk="0" hangingPunct="1">
              <a:buNone/>
              <a:defRPr kumimoji="0" lang="de-DE" sz="675"/>
            </a:lvl7pPr>
            <a:lvl8pPr marL="2400300" indent="0" eaLnBrk="1" latinLnBrk="0" hangingPunct="1">
              <a:buNone/>
              <a:defRPr kumimoji="0" lang="de-DE" sz="675"/>
            </a:lvl8pPr>
            <a:lvl9pPr marL="2743200" indent="0" eaLnBrk="1" latinLnBrk="0" hangingPunct="1">
              <a:buNone/>
              <a:defRPr kumimoji="0" lang="de-DE" sz="675"/>
            </a:lvl9pPr>
          </a:lstStyle>
          <a:p>
            <a:pPr lvl="0" eaLnBrk="1" latinLnBrk="0" hangingPunct="1"/>
            <a:r>
              <a:rPr lang="de-DE"/>
              <a:t>Mastertextformat bearbeiten</a:t>
            </a:r>
          </a:p>
        </p:txBody>
      </p:sp>
      <p:sp>
        <p:nvSpPr>
          <p:cNvPr id="10" name="Titel 1"/>
          <p:cNvSpPr>
            <a:spLocks noGrp="1"/>
          </p:cNvSpPr>
          <p:nvPr>
            <p:ph type="title"/>
          </p:nvPr>
        </p:nvSpPr>
        <p:spPr>
          <a:xfrm>
            <a:off x="552451" y="737379"/>
            <a:ext cx="3011438" cy="605284"/>
          </a:xfrm>
        </p:spPr>
        <p:txBody>
          <a:bodyPr anchor="t"/>
          <a:lstStyle>
            <a:lvl1pPr>
              <a:defRPr sz="1350">
                <a:solidFill>
                  <a:srgbClr val="003087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732651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zweigeteilt mit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/>
          <p:cNvSpPr/>
          <p:nvPr userDrawn="1"/>
        </p:nvSpPr>
        <p:spPr>
          <a:xfrm>
            <a:off x="251520" y="690891"/>
            <a:ext cx="8892480" cy="4102075"/>
          </a:xfrm>
          <a:prstGeom prst="rect">
            <a:avLst/>
          </a:prstGeom>
          <a:gradFill flip="none" rotWithShape="1">
            <a:gsLst>
              <a:gs pos="62000">
                <a:srgbClr val="B2C0DE"/>
              </a:gs>
              <a:gs pos="24000">
                <a:srgbClr val="345AA1"/>
              </a:gs>
              <a:gs pos="0">
                <a:srgbClr val="003087"/>
              </a:gs>
              <a:gs pos="95000">
                <a:srgbClr val="F6F6FF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D85C73B-8746-43D2-B2DF-264E9B26874F}" type="datetime1">
              <a:rPr lang="de-DE" smtClean="0"/>
              <a:t>12.03.2026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2B18D-C707-4786-8163-FFCD341314AB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707904" y="685800"/>
            <a:ext cx="5256584" cy="4046190"/>
          </a:xfrm>
        </p:spPr>
        <p:txBody>
          <a:bodyPr>
            <a:normAutofit/>
          </a:bodyPr>
          <a:lstStyle>
            <a:lvl1pPr eaLnBrk="1" latinLnBrk="0" hangingPunct="1">
              <a:defRPr kumimoji="0" lang="de-DE" sz="1800"/>
            </a:lvl1pPr>
            <a:lvl2pPr eaLnBrk="1" latinLnBrk="0" hangingPunct="1">
              <a:defRPr kumimoji="0" lang="de-DE" sz="1500"/>
            </a:lvl2pPr>
            <a:lvl3pPr eaLnBrk="1" latinLnBrk="0" hangingPunct="1">
              <a:defRPr kumimoji="0" lang="de-DE" sz="1350"/>
            </a:lvl3pPr>
            <a:lvl4pPr eaLnBrk="1" latinLnBrk="0" hangingPunct="1">
              <a:defRPr kumimoji="0" lang="de-DE" sz="1200"/>
            </a:lvl4pPr>
            <a:lvl5pPr eaLnBrk="1" latinLnBrk="0" hangingPunct="1">
              <a:defRPr kumimoji="0" lang="de-DE" sz="1200"/>
            </a:lvl5pPr>
            <a:lvl6pPr eaLnBrk="1" latinLnBrk="0" hangingPunct="1">
              <a:defRPr kumimoji="0" lang="de-DE" sz="1500"/>
            </a:lvl6pPr>
            <a:lvl7pPr eaLnBrk="1" latinLnBrk="0" hangingPunct="1">
              <a:defRPr kumimoji="0" lang="de-DE" sz="1500"/>
            </a:lvl7pPr>
            <a:lvl8pPr eaLnBrk="1" latinLnBrk="0" hangingPunct="1">
              <a:defRPr kumimoji="0" lang="de-DE" sz="1500"/>
            </a:lvl8pPr>
            <a:lvl9pPr eaLnBrk="1" latinLnBrk="0" hangingPunct="1">
              <a:defRPr kumimoji="0" lang="de-DE" sz="1500"/>
            </a:lvl9pPr>
          </a:lstStyle>
          <a:p>
            <a:pPr lvl="0" eaLnBrk="1" latinLnBrk="0" hangingPunct="1"/>
            <a:r>
              <a:rPr lang="de-DE"/>
              <a:t>Mastertextformat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555576" y="1347614"/>
            <a:ext cx="3008313" cy="3384376"/>
          </a:xfrm>
        </p:spPr>
        <p:txBody>
          <a:bodyPr/>
          <a:lstStyle>
            <a:lvl1pPr marL="0" indent="0" eaLnBrk="1" latinLnBrk="0" hangingPunct="1">
              <a:buNone/>
              <a:defRPr kumimoji="0" lang="de-DE" sz="1050"/>
            </a:lvl1pPr>
            <a:lvl2pPr marL="342900" indent="0" eaLnBrk="1" latinLnBrk="0" hangingPunct="1">
              <a:buNone/>
              <a:defRPr kumimoji="0" lang="de-DE" sz="900"/>
            </a:lvl2pPr>
            <a:lvl3pPr marL="685800" indent="0" eaLnBrk="1" latinLnBrk="0" hangingPunct="1">
              <a:buNone/>
              <a:defRPr kumimoji="0" lang="de-DE" sz="750"/>
            </a:lvl3pPr>
            <a:lvl4pPr marL="1028700" indent="0" eaLnBrk="1" latinLnBrk="0" hangingPunct="1">
              <a:buNone/>
              <a:defRPr kumimoji="0" lang="de-DE" sz="675"/>
            </a:lvl4pPr>
            <a:lvl5pPr marL="1371600" indent="0" eaLnBrk="1" latinLnBrk="0" hangingPunct="1">
              <a:buNone/>
              <a:defRPr kumimoji="0" lang="de-DE" sz="675"/>
            </a:lvl5pPr>
            <a:lvl6pPr marL="1714500" indent="0" eaLnBrk="1" latinLnBrk="0" hangingPunct="1">
              <a:buNone/>
              <a:defRPr kumimoji="0" lang="de-DE" sz="675"/>
            </a:lvl6pPr>
            <a:lvl7pPr marL="2057400" indent="0" eaLnBrk="1" latinLnBrk="0" hangingPunct="1">
              <a:buNone/>
              <a:defRPr kumimoji="0" lang="de-DE" sz="675"/>
            </a:lvl7pPr>
            <a:lvl8pPr marL="2400300" indent="0" eaLnBrk="1" latinLnBrk="0" hangingPunct="1">
              <a:buNone/>
              <a:defRPr kumimoji="0" lang="de-DE" sz="675"/>
            </a:lvl8pPr>
            <a:lvl9pPr marL="2743200" indent="0" eaLnBrk="1" latinLnBrk="0" hangingPunct="1">
              <a:buNone/>
              <a:defRPr kumimoji="0" lang="de-DE" sz="675"/>
            </a:lvl9pPr>
          </a:lstStyle>
          <a:p>
            <a:pPr lvl="0" eaLnBrk="1" latinLnBrk="0" hangingPunct="1"/>
            <a:r>
              <a:rPr lang="de-DE"/>
              <a:t>Mastertextformat bearbeiten</a:t>
            </a:r>
          </a:p>
        </p:txBody>
      </p:sp>
      <p:sp>
        <p:nvSpPr>
          <p:cNvPr id="10" name="Titel 1"/>
          <p:cNvSpPr>
            <a:spLocks noGrp="1"/>
          </p:cNvSpPr>
          <p:nvPr>
            <p:ph type="title"/>
          </p:nvPr>
        </p:nvSpPr>
        <p:spPr>
          <a:xfrm>
            <a:off x="552450" y="734973"/>
            <a:ext cx="3011438" cy="504057"/>
          </a:xfrm>
        </p:spPr>
        <p:txBody>
          <a:bodyPr anchor="t"/>
          <a:lstStyle>
            <a:lvl1pPr>
              <a:defRPr sz="1350">
                <a:solidFill>
                  <a:srgbClr val="003087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49796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tmp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hyperlink" Target="https://kultus.hessen.de/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1813" y="670322"/>
            <a:ext cx="8432800" cy="738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9144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Titelmasterformat durch Klicken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41339" y="1545432"/>
            <a:ext cx="8410575" cy="3240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5" name="Rectangle 19"/>
          <p:cNvSpPr>
            <a:spLocks noGrp="1" noChangeArrowheads="1"/>
          </p:cNvSpPr>
          <p:nvPr>
            <p:ph type="dt" sz="quarter" idx="2"/>
          </p:nvPr>
        </p:nvSpPr>
        <p:spPr>
          <a:xfrm>
            <a:off x="7380289" y="4837510"/>
            <a:ext cx="1576387" cy="219075"/>
          </a:xfrm>
          <a:prstGeom prst="rect">
            <a:avLst/>
          </a:prstGeom>
        </p:spPr>
        <p:txBody>
          <a:bodyPr/>
          <a:lstStyle>
            <a:lvl1pPr algn="r" eaLnBrk="0" hangingPunct="0">
              <a:defRPr sz="900" smtClean="0">
                <a:ea typeface="ＭＳ Ｐゴシック" pitchFamily="34" charset="-128"/>
              </a:defRPr>
            </a:lvl1pPr>
          </a:lstStyle>
          <a:p>
            <a:pPr>
              <a:defRPr/>
            </a:pPr>
            <a:fld id="{7C1E37B6-3E02-4C4C-884B-FC01FA70DD6A}" type="datetime1">
              <a:rPr lang="de-DE" smtClean="0"/>
              <a:t>12.03.2026</a:t>
            </a:fld>
            <a:endParaRPr lang="de-DE" dirty="0"/>
          </a:p>
        </p:txBody>
      </p:sp>
      <p:sp>
        <p:nvSpPr>
          <p:cNvPr id="16" name="Rectangle 20"/>
          <p:cNvSpPr>
            <a:spLocks noGrp="1" noChangeArrowheads="1"/>
          </p:cNvSpPr>
          <p:nvPr>
            <p:ph type="ftr" sz="quarter" idx="3"/>
          </p:nvPr>
        </p:nvSpPr>
        <p:spPr>
          <a:xfrm>
            <a:off x="1331914" y="4839891"/>
            <a:ext cx="5976937" cy="216694"/>
          </a:xfrm>
          <a:prstGeom prst="rect">
            <a:avLst/>
          </a:prstGeom>
        </p:spPr>
        <p:txBody>
          <a:bodyPr/>
          <a:lstStyle>
            <a:lvl1pPr eaLnBrk="0" hangingPunct="0">
              <a:defRPr sz="900" smtClean="0">
                <a:ea typeface="ＭＳ Ｐゴシック" pitchFamily="34" charset="-128"/>
              </a:defRPr>
            </a:lvl1pPr>
          </a:lstStyle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17" name="Rectangle 21"/>
          <p:cNvSpPr>
            <a:spLocks noGrp="1" noChangeArrowheads="1"/>
          </p:cNvSpPr>
          <p:nvPr>
            <p:ph type="sldNum" sz="quarter" idx="4"/>
          </p:nvPr>
        </p:nvSpPr>
        <p:spPr>
          <a:xfrm>
            <a:off x="552450" y="4839891"/>
            <a:ext cx="706438" cy="225028"/>
          </a:xfrm>
          <a:prstGeom prst="rect">
            <a:avLst/>
          </a:prstGeom>
        </p:spPr>
        <p:txBody>
          <a:bodyPr/>
          <a:lstStyle>
            <a:lvl1pPr eaLnBrk="0" hangingPunct="0">
              <a:defRPr sz="1050" b="1" smtClean="0">
                <a:solidFill>
                  <a:schemeClr val="bg1">
                    <a:lumMod val="50000"/>
                  </a:schemeClr>
                </a:solidFill>
                <a:ea typeface="ＭＳ Ｐゴシック" pitchFamily="34" charset="-128"/>
              </a:defRPr>
            </a:lvl1pPr>
          </a:lstStyle>
          <a:p>
            <a:pPr>
              <a:defRPr/>
            </a:pPr>
            <a:fld id="{EF82B18D-C707-4786-8163-FFCD341314AB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19" name="Text Box 7"/>
          <p:cNvSpPr txBox="1">
            <a:spLocks noChangeArrowheads="1"/>
          </p:cNvSpPr>
          <p:nvPr userDrawn="1"/>
        </p:nvSpPr>
        <p:spPr bwMode="auto">
          <a:xfrm>
            <a:off x="496889" y="195720"/>
            <a:ext cx="7343775" cy="383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de-DE" sz="1050" b="1" dirty="0">
                <a:solidFill>
                  <a:srgbClr val="003087"/>
                </a:solidFill>
              </a:rPr>
              <a:t>Hessisches</a:t>
            </a:r>
            <a:r>
              <a:rPr lang="de-DE" sz="1050" b="1" baseline="0" dirty="0">
                <a:solidFill>
                  <a:srgbClr val="003087"/>
                </a:solidFill>
              </a:rPr>
              <a:t> Ministerium </a:t>
            </a:r>
            <a:br>
              <a:rPr lang="de-DE" sz="1050" b="1" baseline="0" dirty="0">
                <a:solidFill>
                  <a:srgbClr val="003087"/>
                </a:solidFill>
              </a:rPr>
            </a:br>
            <a:r>
              <a:rPr lang="de-DE" sz="1050" b="0" baseline="0" dirty="0">
                <a:solidFill>
                  <a:srgbClr val="003087"/>
                </a:solidFill>
              </a:rPr>
              <a:t>für Kultus, Bildung und Chancen</a:t>
            </a:r>
            <a:endParaRPr lang="de-DE" sz="900" b="0" dirty="0">
              <a:solidFill>
                <a:srgbClr val="003087"/>
              </a:solidFill>
            </a:endParaRPr>
          </a:p>
        </p:txBody>
      </p:sp>
      <p:grpSp>
        <p:nvGrpSpPr>
          <p:cNvPr id="2" name="Gruppieren 1"/>
          <p:cNvGrpSpPr/>
          <p:nvPr userDrawn="1"/>
        </p:nvGrpSpPr>
        <p:grpSpPr>
          <a:xfrm>
            <a:off x="3175" y="250031"/>
            <a:ext cx="252207" cy="1995488"/>
            <a:chOff x="3175" y="250031"/>
            <a:chExt cx="252207" cy="1995488"/>
          </a:xfrm>
        </p:grpSpPr>
        <p:sp>
          <p:nvSpPr>
            <p:cNvPr id="18" name="Rectangle 30"/>
            <p:cNvSpPr>
              <a:spLocks noChangeArrowheads="1"/>
            </p:cNvSpPr>
            <p:nvPr userDrawn="1"/>
          </p:nvSpPr>
          <p:spPr bwMode="auto">
            <a:xfrm>
              <a:off x="3175" y="250031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0" name="Rectangle 31"/>
            <p:cNvSpPr>
              <a:spLocks noChangeArrowheads="1"/>
            </p:cNvSpPr>
            <p:nvPr userDrawn="1"/>
          </p:nvSpPr>
          <p:spPr bwMode="auto">
            <a:xfrm>
              <a:off x="3175" y="694135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1" name="Rectangle 32"/>
            <p:cNvSpPr>
              <a:spLocks noChangeArrowheads="1"/>
            </p:cNvSpPr>
            <p:nvPr userDrawn="1"/>
          </p:nvSpPr>
          <p:spPr bwMode="auto">
            <a:xfrm>
              <a:off x="3175" y="1138237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2" name="Rectangle 33"/>
            <p:cNvSpPr>
              <a:spLocks noChangeArrowheads="1"/>
            </p:cNvSpPr>
            <p:nvPr userDrawn="1"/>
          </p:nvSpPr>
          <p:spPr bwMode="auto">
            <a:xfrm>
              <a:off x="3175" y="1582341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3" name="Rectangle 34"/>
            <p:cNvSpPr>
              <a:spLocks noChangeArrowheads="1"/>
            </p:cNvSpPr>
            <p:nvPr userDrawn="1"/>
          </p:nvSpPr>
          <p:spPr bwMode="auto">
            <a:xfrm>
              <a:off x="3382" y="2030015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</p:grpSp>
      <p:pic>
        <p:nvPicPr>
          <p:cNvPr id="5" name="Grafik 4" descr="Bildschirmausschnitt">
            <a:hlinkClick r:id="rId14"/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8404" y="227072"/>
            <a:ext cx="1141387" cy="30632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63" r:id="rId2"/>
    <p:sldLayoutId id="2147483688" r:id="rId3"/>
    <p:sldLayoutId id="2147483670" r:id="rId4"/>
    <p:sldLayoutId id="2147483666" r:id="rId5"/>
    <p:sldLayoutId id="2147483676" r:id="rId6"/>
    <p:sldLayoutId id="2147483677" r:id="rId7"/>
    <p:sldLayoutId id="2147483680" r:id="rId8"/>
    <p:sldLayoutId id="2147483687" r:id="rId9"/>
    <p:sldLayoutId id="2147483682" r:id="rId10"/>
    <p:sldLayoutId id="2147483678" r:id="rId11"/>
    <p:sldLayoutId id="2147483681" r:id="rId12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087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9pPr>
    </p:titleStyle>
    <p:bodyStyle>
      <a:lvl1pPr marL="257175" indent="-257175" algn="l" rtl="0" eaLnBrk="1" fontAlgn="base" hangingPunct="1">
        <a:spcBef>
          <a:spcPct val="0"/>
        </a:spcBef>
        <a:spcAft>
          <a:spcPct val="15000"/>
        </a:spcAft>
        <a:buClr>
          <a:srgbClr val="003087"/>
        </a:buClr>
        <a:buSzPct val="70000"/>
        <a:buFont typeface="Wingdings" pitchFamily="2" charset="2"/>
        <a:buChar char="n"/>
        <a:defRPr sz="15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10000"/>
        </a:spcBef>
        <a:spcAft>
          <a:spcPct val="10000"/>
        </a:spcAft>
        <a:buClr>
          <a:srgbClr val="F00000"/>
        </a:buClr>
        <a:buSzPct val="100000"/>
        <a:buFont typeface="Arial" pitchFamily="34" charset="0"/>
        <a:buChar char="»"/>
        <a:defRPr>
          <a:solidFill>
            <a:schemeClr val="tx1"/>
          </a:solidFill>
          <a:latin typeface="+mn-lt"/>
        </a:defRPr>
      </a:lvl2pPr>
      <a:lvl3pPr marL="857250" indent="-171450" algn="l" rtl="0" eaLnBrk="1" fontAlgn="base" hangingPunct="1">
        <a:spcBef>
          <a:spcPct val="0"/>
        </a:spcBef>
        <a:spcAft>
          <a:spcPct val="0"/>
        </a:spcAft>
        <a:buClrTx/>
        <a:buFont typeface="Symbol" pitchFamily="18" charset="2"/>
        <a:buChar char="-"/>
        <a:defRPr sz="1200">
          <a:solidFill>
            <a:schemeClr val="tx1"/>
          </a:solidFill>
          <a:latin typeface="+mn-lt"/>
        </a:defRPr>
      </a:lvl3pPr>
      <a:lvl4pPr marL="1200150" indent="-171450" algn="l" rtl="0" eaLnBrk="1" fontAlgn="base" hangingPunct="1">
        <a:spcBef>
          <a:spcPct val="10000"/>
        </a:spcBef>
        <a:spcAft>
          <a:spcPct val="10000"/>
        </a:spcAft>
        <a:buClr>
          <a:schemeClr val="tx1"/>
        </a:buClr>
        <a:buChar char="•"/>
        <a:defRPr sz="1050">
          <a:solidFill>
            <a:schemeClr val="tx1"/>
          </a:solidFill>
          <a:latin typeface="+mn-lt"/>
        </a:defRPr>
      </a:lvl4pPr>
      <a:lvl5pPr marL="1543050" indent="-171450" algn="l" rtl="0" eaLnBrk="1" fontAlgn="base" hangingPunct="1">
        <a:spcBef>
          <a:spcPct val="10000"/>
        </a:spcBef>
        <a:spcAft>
          <a:spcPct val="10000"/>
        </a:spcAft>
        <a:buSzPct val="75000"/>
        <a:buFont typeface="Courier New" pitchFamily="49" charset="0"/>
        <a:buChar char="o"/>
        <a:defRPr sz="900">
          <a:solidFill>
            <a:schemeClr val="tx1"/>
          </a:solidFill>
          <a:latin typeface="+mn-lt"/>
        </a:defRPr>
      </a:lvl5pPr>
      <a:lvl6pPr marL="1885950" indent="-171450" algn="l" rtl="0" eaLnBrk="1" fontAlgn="base" hangingPunct="1">
        <a:spcBef>
          <a:spcPct val="10000"/>
        </a:spcBef>
        <a:spcAft>
          <a:spcPct val="10000"/>
        </a:spcAft>
        <a:buChar char="•"/>
        <a:defRPr sz="900">
          <a:solidFill>
            <a:schemeClr val="tx1"/>
          </a:solidFill>
          <a:latin typeface="+mn-lt"/>
        </a:defRPr>
      </a:lvl6pPr>
      <a:lvl7pPr marL="2228850" indent="-171450" algn="l" rtl="0" eaLnBrk="1" fontAlgn="base" hangingPunct="1">
        <a:spcBef>
          <a:spcPct val="10000"/>
        </a:spcBef>
        <a:spcAft>
          <a:spcPct val="10000"/>
        </a:spcAft>
        <a:buChar char="•"/>
        <a:defRPr sz="900">
          <a:solidFill>
            <a:schemeClr val="tx1"/>
          </a:solidFill>
          <a:latin typeface="+mn-lt"/>
        </a:defRPr>
      </a:lvl7pPr>
      <a:lvl8pPr marL="2571750" indent="-171450" algn="l" rtl="0" eaLnBrk="1" fontAlgn="base" hangingPunct="1">
        <a:spcBef>
          <a:spcPct val="10000"/>
        </a:spcBef>
        <a:spcAft>
          <a:spcPct val="10000"/>
        </a:spcAft>
        <a:buChar char="•"/>
        <a:defRPr sz="900">
          <a:solidFill>
            <a:schemeClr val="tx1"/>
          </a:solidFill>
          <a:latin typeface="+mn-lt"/>
        </a:defRPr>
      </a:lvl8pPr>
      <a:lvl9pPr marL="2914650" indent="-171450" algn="l" rtl="0" eaLnBrk="1" fontAlgn="base" hangingPunct="1">
        <a:spcBef>
          <a:spcPct val="10000"/>
        </a:spcBef>
        <a:spcAft>
          <a:spcPct val="10000"/>
        </a:spcAft>
        <a:buChar char="•"/>
        <a:defRPr sz="9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395536" y="2211710"/>
            <a:ext cx="8435975" cy="525773"/>
          </a:xfrm>
        </p:spPr>
        <p:txBody>
          <a:bodyPr/>
          <a:lstStyle/>
          <a:p>
            <a:r>
              <a:rPr sz="2000" b="1" dirty="0">
                <a:solidFill>
                  <a:schemeClr val="bg1"/>
                </a:solidFill>
              </a:rPr>
              <a:t>Von Reibung zu Wirkung: Pilot zur Beschleunigung des Designs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>
          <a:xfrm>
            <a:off x="323528" y="1203598"/>
            <a:ext cx="7688212" cy="742950"/>
          </a:xfrm>
        </p:spPr>
        <p:txBody>
          <a:bodyPr/>
          <a:lstStyle/>
          <a:p>
            <a:r>
              <a:rPr sz="3600" dirty="0"/>
              <a:t>ila schneller machen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400" dirty="0"/>
              <a:t>Ausgangslage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de-DE" sz="1800" dirty="0"/>
              <a:t>Hohe Komplexität und Reibung zwischen Fachlichkeit und Design</a:t>
            </a:r>
          </a:p>
          <a:p>
            <a:pPr>
              <a:spcAft>
                <a:spcPts val="600"/>
              </a:spcAft>
            </a:pPr>
            <a:r>
              <a:rPr lang="de-DE" sz="1800" dirty="0"/>
              <a:t>Kaum Standardscreens sowie ständige Änderungen binden Designkapazität</a:t>
            </a:r>
          </a:p>
          <a:p>
            <a:pPr>
              <a:spcAft>
                <a:spcPts val="600"/>
              </a:spcAft>
            </a:pPr>
            <a:r>
              <a:rPr lang="de-DE" sz="1800" dirty="0"/>
              <a:t>Iterationen dauern zu lange</a:t>
            </a:r>
          </a:p>
          <a:p>
            <a:pPr>
              <a:spcAft>
                <a:spcPts val="600"/>
              </a:spcAft>
            </a:pPr>
            <a:r>
              <a:rPr lang="de-DE" sz="1800" dirty="0"/>
              <a:t>Angespannte Ressourcenlage bei hohem Stakeholder-Druck</a:t>
            </a:r>
          </a:p>
          <a:p>
            <a:pPr>
              <a:spcAft>
                <a:spcPts val="600"/>
              </a:spcAft>
            </a:pPr>
            <a:r>
              <a:rPr lang="de-DE" sz="1800" dirty="0"/>
              <a:t>Design ist aktueller Flaschenhals der Produktentwicklung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400" dirty="0"/>
              <a:t>Vorschlag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de-DE" sz="1800" dirty="0"/>
              <a:t>Pilotversuch in kontrolliertem technischem Setup</a:t>
            </a:r>
          </a:p>
          <a:p>
            <a:pPr>
              <a:spcAft>
                <a:spcPts val="600"/>
              </a:spcAft>
            </a:pPr>
            <a:r>
              <a:rPr lang="de-DE" sz="1800" dirty="0"/>
              <a:t>Agent erstellt Figma-Erstentwürfe auf Basis definierter Designspezifikationen</a:t>
            </a:r>
          </a:p>
          <a:p>
            <a:pPr>
              <a:spcAft>
                <a:spcPts val="600"/>
              </a:spcAft>
            </a:pPr>
            <a:r>
              <a:rPr lang="de-DE" sz="1800" dirty="0"/>
              <a:t>Fokus auf aktuelles Teilziel: BSLRR (besondere Schwierigkeiten im Lesen, Rechtschreiben und Rechnen).</a:t>
            </a:r>
          </a:p>
          <a:p>
            <a:pPr>
              <a:spcAft>
                <a:spcPts val="600"/>
              </a:spcAft>
            </a:pPr>
            <a:r>
              <a:rPr lang="de-DE" sz="1800" dirty="0"/>
              <a:t>Mensch sichtet, entscheidet, verantwortet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dirty="0"/>
              <a:t>Pilot-Setup (4 </a:t>
            </a:r>
            <a:r>
              <a:rPr lang="de-DE" sz="2400" dirty="0"/>
              <a:t>Wochen</a:t>
            </a:r>
            <a:r>
              <a:rPr sz="2400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de-DE" sz="1800" b="1" dirty="0"/>
              <a:t>Voraussetzung: </a:t>
            </a:r>
            <a:r>
              <a:rPr lang="de-DE" sz="1800" dirty="0"/>
              <a:t>Definierte Designspezifikationen, Referenzscreens und fachliche Anforderung liegen vor</a:t>
            </a:r>
          </a:p>
          <a:p>
            <a:pPr>
              <a:spcAft>
                <a:spcPts val="600"/>
              </a:spcAft>
            </a:pPr>
            <a:r>
              <a:rPr lang="de-DE" sz="1800" b="1" dirty="0"/>
              <a:t>Setup: </a:t>
            </a:r>
            <a:r>
              <a:rPr lang="de-DE" sz="1800" dirty="0"/>
              <a:t>Kontrollierter technischer Rahmen mit klarer Governance</a:t>
            </a:r>
          </a:p>
          <a:p>
            <a:pPr>
              <a:spcAft>
                <a:spcPts val="600"/>
              </a:spcAft>
            </a:pPr>
            <a:r>
              <a:rPr lang="de-DE" sz="1800" b="1" dirty="0"/>
              <a:t>Scope: </a:t>
            </a:r>
            <a:r>
              <a:rPr lang="de-DE" sz="1800" dirty="0"/>
              <a:t>1 bis 2 Seitentypen / Klickstrecken mit Fokus auf BSLRR</a:t>
            </a:r>
          </a:p>
          <a:p>
            <a:pPr>
              <a:spcAft>
                <a:spcPts val="600"/>
              </a:spcAft>
            </a:pPr>
            <a:r>
              <a:rPr lang="de-DE" sz="1800" b="1" dirty="0"/>
              <a:t>Rollen: </a:t>
            </a:r>
            <a:r>
              <a:rPr lang="de-DE" sz="1800" dirty="0"/>
              <a:t>Fachseite (Sebastian Felgenhauer), Technik (Markus Deibel) und Projektleitung (Sarah Bonhoff)</a:t>
            </a:r>
          </a:p>
          <a:p>
            <a:pPr>
              <a:spcAft>
                <a:spcPts val="600"/>
              </a:spcAft>
            </a:pPr>
            <a:r>
              <a:rPr lang="de-DE" sz="1800" b="1" dirty="0"/>
              <a:t>Ablauf: </a:t>
            </a:r>
            <a:r>
              <a:rPr lang="de-DE" sz="1800" dirty="0"/>
              <a:t>Technisches Set-</a:t>
            </a:r>
            <a:r>
              <a:rPr lang="de-DE" sz="1800" dirty="0" err="1"/>
              <a:t>up</a:t>
            </a:r>
            <a:r>
              <a:rPr lang="de-DE" sz="1800" dirty="0"/>
              <a:t> aufsetzen, fachliche Anforderung aufnehmen und schärfen -&gt; Figma-Erstentwurf auf Basis der Designspezifikation erstellen -&gt; Review -&gt; Anpassung -&gt;  Auswertung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400" dirty="0"/>
              <a:t>Pilotziele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de-DE" sz="1800" b="1" dirty="0"/>
              <a:t>Machbarkeitsprüfung:</a:t>
            </a:r>
            <a:r>
              <a:rPr lang="de-DE" sz="1800" dirty="0"/>
              <a:t> Ist Agenteneinsatz als Ergänzung zur Designrolle im Projekt tragfähig?</a:t>
            </a:r>
          </a:p>
          <a:p>
            <a:pPr>
              <a:spcAft>
                <a:spcPts val="600"/>
              </a:spcAft>
            </a:pPr>
            <a:r>
              <a:rPr lang="de-DE" sz="1800" b="1" dirty="0"/>
              <a:t>Evaluierung: </a:t>
            </a:r>
            <a:r>
              <a:rPr lang="de-DE" sz="1800" dirty="0"/>
              <a:t>Welchen konkreten Nutzen bringt der Ansatz im Pilotbetrieb?</a:t>
            </a:r>
          </a:p>
          <a:p>
            <a:pPr>
              <a:spcAft>
                <a:spcPts val="600"/>
              </a:spcAft>
            </a:pPr>
            <a:r>
              <a:rPr lang="de-DE" sz="1800" b="1" dirty="0"/>
              <a:t>Skalierungspotential:</a:t>
            </a:r>
            <a:r>
              <a:rPr lang="de-DE" sz="1800" dirty="0"/>
              <a:t> In welchem Umfang ist ein Rollout sinnvoll und realistisch?</a:t>
            </a:r>
          </a:p>
          <a:p>
            <a:pPr>
              <a:spcAft>
                <a:spcPts val="600"/>
              </a:spcAft>
            </a:pPr>
            <a:r>
              <a:rPr lang="de-DE" sz="1800" b="1" dirty="0"/>
              <a:t>Bereitstellung einer Entscheidungsvorlage: </a:t>
            </a:r>
            <a:r>
              <a:rPr lang="de-DE" sz="1800" dirty="0"/>
              <a:t>Klare Grundlage für die weitere Entscheidung nach Pilotabschluss.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400" dirty="0"/>
              <a:t>Erfolgsmessung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de-DE" sz="1800" dirty="0"/>
              <a:t>Agentenzeit pro Entwurf (reine Lauf-/Erstellzeit des Agenten).</a:t>
            </a:r>
          </a:p>
          <a:p>
            <a:pPr>
              <a:spcAft>
                <a:spcPts val="600"/>
              </a:spcAft>
            </a:pPr>
            <a:r>
              <a:rPr lang="de-DE" sz="1800" dirty="0"/>
              <a:t>Time-to-First-</a:t>
            </a:r>
            <a:r>
              <a:rPr lang="de-DE" sz="1800" dirty="0" err="1"/>
              <a:t>Draft</a:t>
            </a:r>
            <a:r>
              <a:rPr lang="de-DE" sz="1800" dirty="0"/>
              <a:t> (Anforderung bis erster belastbarer Figma-Entwurf).</a:t>
            </a:r>
          </a:p>
          <a:p>
            <a:pPr>
              <a:spcAft>
                <a:spcPts val="600"/>
              </a:spcAft>
            </a:pPr>
            <a:r>
              <a:rPr lang="de-DE" sz="1800" dirty="0"/>
              <a:t>End-to-End-Zeit pro Screen (Anforderung bis reviewfähiger Entwurf).</a:t>
            </a:r>
          </a:p>
          <a:p>
            <a:pPr>
              <a:spcAft>
                <a:spcPts val="600"/>
              </a:spcAft>
            </a:pPr>
            <a:r>
              <a:rPr lang="de-DE" sz="1800" dirty="0"/>
              <a:t>Rework-Aufwand (Anzahl und Dauer der Korrekturschleifen).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400" dirty="0"/>
              <a:t>Pilotrisiko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173" y="1563638"/>
            <a:ext cx="8484370" cy="3240881"/>
          </a:xfrm>
        </p:spPr>
        <p:txBody>
          <a:bodyPr/>
          <a:lstStyle/>
          <a:p>
            <a:pPr marL="0" indent="0">
              <a:spcAft>
                <a:spcPts val="600"/>
              </a:spcAft>
              <a:buNone/>
            </a:pPr>
            <a:r>
              <a:rPr lang="de-DE" sz="1800" dirty="0"/>
              <a:t>Der Test zeigt, dass Agenteneinsatz im aktuellen Rahmen nicht realisierbar ist (Mögliche Ursachen: unklare Designspezifikation, zu viele Sonderfälle, fehlende </a:t>
            </a:r>
            <a:r>
              <a:rPr lang="de-DE" sz="1800" dirty="0" err="1"/>
              <a:t>Trainingsskills</a:t>
            </a:r>
            <a:r>
              <a:rPr lang="de-DE" sz="1800" dirty="0"/>
              <a:t>) so dass Arbeitszeiten ohne verwertbaren Mehrwert gebunden wurden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KM_GrunddesignPPT">
  <a:themeElements>
    <a:clrScheme name="ppt-Vorlage_IQ-Standard_2011 15">
      <a:dk1>
        <a:srgbClr val="000000"/>
      </a:dk1>
      <a:lt1>
        <a:srgbClr val="FFFFFF"/>
      </a:lt1>
      <a:dk2>
        <a:srgbClr val="004B95"/>
      </a:dk2>
      <a:lt2>
        <a:srgbClr val="C0C0C0"/>
      </a:lt2>
      <a:accent1>
        <a:srgbClr val="799BC5"/>
      </a:accent1>
      <a:accent2>
        <a:srgbClr val="DB2D36"/>
      </a:accent2>
      <a:accent3>
        <a:srgbClr val="FFFFFF"/>
      </a:accent3>
      <a:accent4>
        <a:srgbClr val="000000"/>
      </a:accent4>
      <a:accent5>
        <a:srgbClr val="BECBDF"/>
      </a:accent5>
      <a:accent6>
        <a:srgbClr val="C62830"/>
      </a:accent6>
      <a:hlink>
        <a:srgbClr val="004B95"/>
      </a:hlink>
      <a:folHlink>
        <a:srgbClr val="808080"/>
      </a:folHlink>
    </a:clrScheme>
    <a:fontScheme name="ppt-Vorlage_IQ-Standard_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pt-Vorlage_IQ-Standard_2011 1">
        <a:dk1>
          <a:srgbClr val="25252F"/>
        </a:dk1>
        <a:lt1>
          <a:srgbClr val="9999FF"/>
        </a:lt1>
        <a:dk2>
          <a:srgbClr val="000000"/>
        </a:dk2>
        <a:lt2>
          <a:srgbClr val="FFFFFF"/>
        </a:lt2>
        <a:accent1>
          <a:srgbClr val="3366FF"/>
        </a:accent1>
        <a:accent2>
          <a:srgbClr val="003399"/>
        </a:accent2>
        <a:accent3>
          <a:srgbClr val="AAAAAA"/>
        </a:accent3>
        <a:accent4>
          <a:srgbClr val="8282DA"/>
        </a:accent4>
        <a:accent5>
          <a:srgbClr val="ADB8FF"/>
        </a:accent5>
        <a:accent6>
          <a:srgbClr val="002D8A"/>
        </a:accent6>
        <a:hlink>
          <a:srgbClr val="009999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-Vorlage_IQ-Standard_2011 2">
        <a:dk1>
          <a:srgbClr val="314183"/>
        </a:dk1>
        <a:lt1>
          <a:srgbClr val="FFFFFF"/>
        </a:lt1>
        <a:dk2>
          <a:srgbClr val="0B1E45"/>
        </a:dk2>
        <a:lt2>
          <a:srgbClr val="FFFFFF"/>
        </a:lt2>
        <a:accent1>
          <a:srgbClr val="6666FF"/>
        </a:accent1>
        <a:accent2>
          <a:srgbClr val="0066FF"/>
        </a:accent2>
        <a:accent3>
          <a:srgbClr val="AAABB0"/>
        </a:accent3>
        <a:accent4>
          <a:srgbClr val="DADADA"/>
        </a:accent4>
        <a:accent5>
          <a:srgbClr val="B8B8FF"/>
        </a:accent5>
        <a:accent6>
          <a:srgbClr val="005CE7"/>
        </a:accent6>
        <a:hlink>
          <a:srgbClr val="006699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-Vorlage_IQ-Standard_2011 3">
        <a:dk1>
          <a:srgbClr val="194349"/>
        </a:dk1>
        <a:lt1>
          <a:srgbClr val="FFFFCC"/>
        </a:lt1>
        <a:dk2>
          <a:srgbClr val="006666"/>
        </a:dk2>
        <a:lt2>
          <a:srgbClr val="FFFFFF"/>
        </a:lt2>
        <a:accent1>
          <a:srgbClr val="99CC00"/>
        </a:accent1>
        <a:accent2>
          <a:srgbClr val="00B6B2"/>
        </a:accent2>
        <a:accent3>
          <a:srgbClr val="AAB8B8"/>
        </a:accent3>
        <a:accent4>
          <a:srgbClr val="DADAAE"/>
        </a:accent4>
        <a:accent5>
          <a:srgbClr val="CAE2AA"/>
        </a:accent5>
        <a:accent6>
          <a:srgbClr val="00A5A1"/>
        </a:accent6>
        <a:hlink>
          <a:srgbClr val="669900"/>
        </a:hlink>
        <a:folHlink>
          <a:srgbClr val="6666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-Vorlage_IQ-Standard_2011 4">
        <a:dk1>
          <a:srgbClr val="194349"/>
        </a:dk1>
        <a:lt1>
          <a:srgbClr val="FFFFCC"/>
        </a:lt1>
        <a:dk2>
          <a:srgbClr val="0000FF"/>
        </a:dk2>
        <a:lt2>
          <a:srgbClr val="FFFFFF"/>
        </a:lt2>
        <a:accent1>
          <a:srgbClr val="0099FF"/>
        </a:accent1>
        <a:accent2>
          <a:srgbClr val="33CC33"/>
        </a:accent2>
        <a:accent3>
          <a:srgbClr val="AAAAFF"/>
        </a:accent3>
        <a:accent4>
          <a:srgbClr val="DADAAE"/>
        </a:accent4>
        <a:accent5>
          <a:srgbClr val="AACAFF"/>
        </a:accent5>
        <a:accent6>
          <a:srgbClr val="2DB92D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-Vorlage_IQ-Standard_2011 5">
        <a:dk1>
          <a:srgbClr val="194349"/>
        </a:dk1>
        <a:lt1>
          <a:srgbClr val="FFFFCC"/>
        </a:lt1>
        <a:dk2>
          <a:srgbClr val="72A497"/>
        </a:dk2>
        <a:lt2>
          <a:srgbClr val="000000"/>
        </a:lt2>
        <a:accent1>
          <a:srgbClr val="805D32"/>
        </a:accent1>
        <a:accent2>
          <a:srgbClr val="7D2F3C"/>
        </a:accent2>
        <a:accent3>
          <a:srgbClr val="BCCFC9"/>
        </a:accent3>
        <a:accent4>
          <a:srgbClr val="DADAAE"/>
        </a:accent4>
        <a:accent5>
          <a:srgbClr val="C0B6AD"/>
        </a:accent5>
        <a:accent6>
          <a:srgbClr val="712A35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-Vorlage_IQ-Standard_2011 6">
        <a:dk1>
          <a:srgbClr val="1C1C1C"/>
        </a:dk1>
        <a:lt1>
          <a:srgbClr val="FFFFFF"/>
        </a:lt1>
        <a:dk2>
          <a:srgbClr val="710F0F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BB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666699"/>
        </a:hlink>
        <a:folHlink>
          <a:srgbClr val="99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-Vorlage_IQ-Standard_2011 7">
        <a:dk1>
          <a:srgbClr val="336666"/>
        </a:dk1>
        <a:lt1>
          <a:srgbClr val="FFFFFF"/>
        </a:lt1>
        <a:dk2>
          <a:srgbClr val="000000"/>
        </a:dk2>
        <a:lt2>
          <a:srgbClr val="666699"/>
        </a:lt2>
        <a:accent1>
          <a:srgbClr val="99CCCC"/>
        </a:accent1>
        <a:accent2>
          <a:srgbClr val="CCCCCC"/>
        </a:accent2>
        <a:accent3>
          <a:srgbClr val="FFFFFF"/>
        </a:accent3>
        <a:accent4>
          <a:srgbClr val="2A5656"/>
        </a:accent4>
        <a:accent5>
          <a:srgbClr val="CAE2E2"/>
        </a:accent5>
        <a:accent6>
          <a:srgbClr val="B9B9B9"/>
        </a:accent6>
        <a:hlink>
          <a:srgbClr val="0066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8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3366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9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CC33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E2ADAA"/>
        </a:accent5>
        <a:accent6>
          <a:srgbClr val="B98A00"/>
        </a:accent6>
        <a:hlink>
          <a:srgbClr val="CC66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10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666699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B8B8CA"/>
        </a:accent5>
        <a:accent6>
          <a:srgbClr val="8A8AE7"/>
        </a:accent6>
        <a:hlink>
          <a:srgbClr val="3366FF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11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799BC5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ECBDF"/>
        </a:accent5>
        <a:accent6>
          <a:srgbClr val="E70000"/>
        </a:accent6>
        <a:hlink>
          <a:srgbClr val="0033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12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BCCDE2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DAE3EE"/>
        </a:accent5>
        <a:accent6>
          <a:srgbClr val="E70000"/>
        </a:accent6>
        <a:hlink>
          <a:srgbClr val="0033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13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799BC5"/>
        </a:accent1>
        <a:accent2>
          <a:srgbClr val="DB2D36"/>
        </a:accent2>
        <a:accent3>
          <a:srgbClr val="FFFFFF"/>
        </a:accent3>
        <a:accent4>
          <a:srgbClr val="000000"/>
        </a:accent4>
        <a:accent5>
          <a:srgbClr val="BECBDF"/>
        </a:accent5>
        <a:accent6>
          <a:srgbClr val="C62830"/>
        </a:accent6>
        <a:hlink>
          <a:srgbClr val="0033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14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799BC5"/>
        </a:accent1>
        <a:accent2>
          <a:srgbClr val="DB2D36"/>
        </a:accent2>
        <a:accent3>
          <a:srgbClr val="FFFFFF"/>
        </a:accent3>
        <a:accent4>
          <a:srgbClr val="000000"/>
        </a:accent4>
        <a:accent5>
          <a:srgbClr val="BECBDF"/>
        </a:accent5>
        <a:accent6>
          <a:srgbClr val="C62830"/>
        </a:accent6>
        <a:hlink>
          <a:srgbClr val="004B95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15">
        <a:dk1>
          <a:srgbClr val="000000"/>
        </a:dk1>
        <a:lt1>
          <a:srgbClr val="FFFFFF"/>
        </a:lt1>
        <a:dk2>
          <a:srgbClr val="004B95"/>
        </a:dk2>
        <a:lt2>
          <a:srgbClr val="C0C0C0"/>
        </a:lt2>
        <a:accent1>
          <a:srgbClr val="799BC5"/>
        </a:accent1>
        <a:accent2>
          <a:srgbClr val="DB2D36"/>
        </a:accent2>
        <a:accent3>
          <a:srgbClr val="FFFFFF"/>
        </a:accent3>
        <a:accent4>
          <a:srgbClr val="000000"/>
        </a:accent4>
        <a:accent5>
          <a:srgbClr val="BECBDF"/>
        </a:accent5>
        <a:accent6>
          <a:srgbClr val="C62830"/>
        </a:accent6>
        <a:hlink>
          <a:srgbClr val="004B95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16">
        <a:dk1>
          <a:srgbClr val="000000"/>
        </a:dk1>
        <a:lt1>
          <a:srgbClr val="FFFFFF"/>
        </a:lt1>
        <a:dk2>
          <a:srgbClr val="004B95"/>
        </a:dk2>
        <a:lt2>
          <a:srgbClr val="C0C0C0"/>
        </a:lt2>
        <a:accent1>
          <a:srgbClr val="FFCC00"/>
        </a:accent1>
        <a:accent2>
          <a:srgbClr val="DB2D36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C62830"/>
        </a:accent6>
        <a:hlink>
          <a:srgbClr val="004B95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hmkb-folienvorlage_16zu9.pptx" id="{BA8D154A-E729-4E84-A4F1-AC64C705522D}" vid="{DC796774-9861-4D77-840E-A98AB6EA070D}"/>
    </a:ext>
  </a:extLst>
</a:theme>
</file>

<file path=ppt/theme/theme2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057EFD54097B4438E7A80F3D1373265" ma:contentTypeVersion="1" ma:contentTypeDescription="Ein neues Dokument erstellen." ma:contentTypeScope="" ma:versionID="834bd551b14fcde88a9c6a4a0bf530df">
  <xsd:schema xmlns:xsd="http://www.w3.org/2001/XMLSchema" xmlns:xs="http://www.w3.org/2001/XMLSchema" xmlns:p="http://schemas.microsoft.com/office/2006/metadata/properties" xmlns:ns2="8637de2c-6bc0-411d-bf65-aa36b7f9c66d" targetNamespace="http://schemas.microsoft.com/office/2006/metadata/properties" ma:root="true" ma:fieldsID="e455fcda4cde3aa6122f413ba46336a9" ns2:_="">
    <xsd:import namespace="8637de2c-6bc0-411d-bf65-aa36b7f9c66d"/>
    <xsd:element name="properties">
      <xsd:complexType>
        <xsd:sequence>
          <xsd:element name="documentManagement">
            <xsd:complexType>
              <xsd:all>
                <xsd:element ref="ns2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37de2c-6bc0-411d-bf65-aa36b7f9c66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81B246F-A24C-4FF5-9599-4E67AE3D466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637de2c-6bc0-411d-bf65-aa36b7f9c66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D209D72-484E-46E5-8AF5-E4C907679F9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00017A1-94BC-4394-9852-7E0A4C91927E}">
  <ds:schemaRefs>
    <ds:schemaRef ds:uri="http://purl.org/dc/terms/"/>
    <ds:schemaRef ds:uri="8637de2c-6bc0-411d-bf65-aa36b7f9c66d"/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purl.org/dc/dcmitype/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hmkb-folienvorlage_16zu9</Template>
  <TotalTime>0</TotalTime>
  <Words>278</Words>
  <Application>Microsoft Office PowerPoint</Application>
  <PresentationFormat>Bildschirmpräsentation (16:9)</PresentationFormat>
  <Paragraphs>31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3" baseType="lpstr">
      <vt:lpstr>ＭＳ Ｐゴシック</vt:lpstr>
      <vt:lpstr>Arial</vt:lpstr>
      <vt:lpstr>Courier New</vt:lpstr>
      <vt:lpstr>Symbol</vt:lpstr>
      <vt:lpstr>Wingdings</vt:lpstr>
      <vt:lpstr>HKM_GrunddesignPPT</vt:lpstr>
      <vt:lpstr>ila schneller machen</vt:lpstr>
      <vt:lpstr>Ausgangslage</vt:lpstr>
      <vt:lpstr>Vorschlag</vt:lpstr>
      <vt:lpstr>Pilot-Setup (4 Wochen)</vt:lpstr>
      <vt:lpstr>Pilotziele</vt:lpstr>
      <vt:lpstr>Erfolgsmessung</vt:lpstr>
      <vt:lpstr>Pilotrisiko</vt:lpstr>
    </vt:vector>
  </TitlesOfParts>
  <Company>Land Hessen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Titelfolie – Standard</dc:title>
  <dc:creator>Rheingans, Kerstin (HMKB)</dc:creator>
  <cp:lastModifiedBy>Bonhoff, Sarah (HMKB)</cp:lastModifiedBy>
  <cp:revision>10</cp:revision>
  <dcterms:created xsi:type="dcterms:W3CDTF">2025-04-16T11:33:11Z</dcterms:created>
  <dcterms:modified xsi:type="dcterms:W3CDTF">2026-03-12T15:40:04Z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0x0101000057EFD54097B4438E7A80F3D1373265</vt:lpwstr>
  </property>
</Properties>
</file>