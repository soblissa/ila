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80" d="100"/>
          <a:sy n="80" d="100"/>
        </p:scale>
        <p:origin x="832" y="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s://kultus.hessen.d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m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kultus.hessen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F7E26FBC-236A-73A4-B234-98DF3C1F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1D9A68A-2088-E3AE-7438-57AA982B2F57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10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78C49665-92A4-175E-3B79-4AF9BA415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B80D9B9-5D0F-F5F1-26CC-A95D08C75AFF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E295833-8D44-8332-18E7-6B563707F1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06196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34BD1-BE86-4240-9DC7-FD988E91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4374C2-55B8-1F95-5637-BC6B87EDAD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A54849-089E-DD80-13AF-A204D1B5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AB6470-1193-7B27-525F-EF45B83F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4BF8E4-E905-6D04-E8F1-587D8E69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545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489EB-777A-7E31-4D97-BBF43CCF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FDDEFD-1B82-92D5-07F2-FBF96CBDBF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D112CE-B33F-FF70-4EB5-3F479366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E83064-A2B9-3591-F258-3D75A4B4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5664447"/>
      </p:ext>
    </p:extLst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12</Words>
  <Application>Microsoft Office PowerPoint</Application>
  <PresentationFormat>Bildschirmpräsentation (16:9)</PresentationFormat>
  <Paragraphs>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Courier New</vt:lpstr>
      <vt:lpstr>Symbol</vt:lpstr>
      <vt:lpstr>Wingdings</vt:lpstr>
      <vt:lpstr>HKM_GrunddesignPPT</vt:lpstr>
      <vt:lpstr>PowerPoint-Präsentation</vt:lpstr>
      <vt:lpstr>PowerPoint-Präsentation</vt:lpstr>
      <vt:lpstr>PowerPoint-Präsentation</vt:lpstr>
      <vt:lpstr>PowerPoint-Präsentation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Bonhoff, Sarah (HMKB)</cp:lastModifiedBy>
  <cp:revision>6</cp:revision>
  <dcterms:created xsi:type="dcterms:W3CDTF">2025-04-16T11:33:11Z</dcterms:created>
  <dcterms:modified xsi:type="dcterms:W3CDTF">2026-03-11T14:42:47Z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